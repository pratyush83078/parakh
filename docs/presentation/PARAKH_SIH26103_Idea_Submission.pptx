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d83489ca8f410a" /><Relationship Type="http://schemas.openxmlformats.org/officeDocument/2006/relationships/extended-properties" Target="/docProps/app.xml" Id="R701ef349e6e94631" /><Relationship Type="http://schemas.openxmlformats.org/officeDocument/2006/relationships/officeDocument" Target="/ppt/presentation.xml" Id="R5af6b8c8af4e4c38" /></Relationships>
</file>

<file path=ppt/presentation.xml><?xml version="1.0" encoding="utf-8"?>
<p:presentation xmlns:p="http://schemas.openxmlformats.org/presentationml/2006/main">
  <p:sldMasterIdLst>
    <p:sldMasterId xmlns:r="http://schemas.openxmlformats.org/officeDocument/2006/relationships" id="2147483648" r:id="R80712824615e4faa"/>
  </p:sldMasterIdLst>
  <p:notesMasterIdLst>
    <p:notesMasterId xmlns:r="http://schemas.openxmlformats.org/officeDocument/2006/relationships" r:id="R5a30c59acc854dcb"/>
  </p:notesMasterIdLst>
  <p:sldIdLst>
    <p:sldId xmlns:r="http://schemas.openxmlformats.org/officeDocument/2006/relationships" id="256" r:id="Rb240ade04500444a"/>
    <p:sldId xmlns:r="http://schemas.openxmlformats.org/officeDocument/2006/relationships" id="257" r:id="R84384c57d5be48b5"/>
    <p:sldId xmlns:r="http://schemas.openxmlformats.org/officeDocument/2006/relationships" id="258" r:id="Re5789420d1744268"/>
    <p:sldId xmlns:r="http://schemas.openxmlformats.org/officeDocument/2006/relationships" id="259" r:id="Rcc2a05eb426e4f79"/>
    <p:sldId xmlns:r="http://schemas.openxmlformats.org/officeDocument/2006/relationships" id="260" r:id="R3a190e5198f04df2"/>
    <p:sldId xmlns:r="http://schemas.openxmlformats.org/officeDocument/2006/relationships" id="261" r:id="R0a86da46911046ea"/>
  </p:sldIdLst>
  <p:sldSz cx="12192000" cy="6858000"/>
  <p:notesSz cx="6858000" cy="9144000"/>
  <p:defaultTextStyle>
    <a:defPPr xmlns:a="http://schemas.openxmlformats.org/drawingml/2006/main">
      <a:buNone/>
    </a:defPPr>
    <a:lvl1pPr xmlns:a="http://schemas.openxmlformats.org/drawingml/2006/main" algn="l" defTabSz="457200">
      <a:spcBef>
        <a:spcPct val="0"/>
      </a:spcBef>
      <a:spcAft>
        <a:spcPct val="0"/>
      </a:spcAft>
      <a:buNone/>
      <a:defRPr kern="1200">
        <a:solidFill>
          <a:schemeClr val="tx1"/>
        </a:solidFill>
        <a:latin typeface="Calibri"/>
        <a:ea typeface="Calibri"/>
        <a:cs typeface="Calibri"/>
      </a:defRPr>
    </a:lvl1pPr>
    <a:lvl2pPr xmlns:a="http://schemas.openxmlformats.org/drawingml/2006/main" marL="457200" algn="l" defTabSz="457200">
      <a:spcBef>
        <a:spcPct val="0"/>
      </a:spcBef>
      <a:spcAft>
        <a:spcPct val="0"/>
      </a:spcAft>
      <a:buNone/>
      <a:defRPr kern="1200">
        <a:solidFill>
          <a:schemeClr val="tx1"/>
        </a:solidFill>
        <a:latin typeface="Calibri"/>
        <a:ea typeface="Calibri"/>
        <a:cs typeface="Calibri"/>
      </a:defRPr>
    </a:lvl2pPr>
    <a:lvl3pPr xmlns:a="http://schemas.openxmlformats.org/drawingml/2006/main" marL="914400" algn="l" defTabSz="457200">
      <a:spcBef>
        <a:spcPct val="0"/>
      </a:spcBef>
      <a:spcAft>
        <a:spcPct val="0"/>
      </a:spcAft>
      <a:buNone/>
      <a:defRPr kern="1200">
        <a:solidFill>
          <a:schemeClr val="tx1"/>
        </a:solidFill>
        <a:latin typeface="Calibri"/>
        <a:ea typeface="Calibri"/>
        <a:cs typeface="Calibri"/>
      </a:defRPr>
    </a:lvl3pPr>
    <a:lvl4pPr xmlns:a="http://schemas.openxmlformats.org/drawingml/2006/main" marL="1371600" algn="l" defTabSz="457200">
      <a:spcBef>
        <a:spcPct val="0"/>
      </a:spcBef>
      <a:spcAft>
        <a:spcPct val="0"/>
      </a:spcAft>
      <a:buNone/>
      <a:defRPr kern="1200">
        <a:solidFill>
          <a:schemeClr val="tx1"/>
        </a:solidFill>
        <a:latin typeface="Calibri"/>
        <a:ea typeface="Calibri"/>
        <a:cs typeface="Calibri"/>
      </a:defRPr>
    </a:lvl4pPr>
    <a:lvl5pPr xmlns:a="http://schemas.openxmlformats.org/drawingml/2006/main" marL="1828800" algn="l" defTabSz="457200">
      <a:spcBef>
        <a:spcPct val="0"/>
      </a:spcBef>
      <a:spcAft>
        <a:spcPct val="0"/>
      </a:spcAft>
      <a:buNone/>
      <a:defRPr kern="1200">
        <a:solidFill>
          <a:schemeClr val="tx1"/>
        </a:solidFill>
        <a:latin typeface="Calibri"/>
        <a:ea typeface="Calibri"/>
        <a:cs typeface="Calibri"/>
      </a:defRPr>
    </a:lvl5pPr>
    <a:lvl6pPr xmlns:a="http://schemas.openxmlformats.org/drawingml/2006/main" marL="2286000" algn="l" defTabSz="914400">
      <a:buNone/>
      <a:defRPr kern="1200">
        <a:solidFill>
          <a:schemeClr val="tx1"/>
        </a:solidFill>
        <a:latin typeface="Calibri"/>
        <a:ea typeface="Calibri"/>
        <a:cs typeface="Calibri"/>
      </a:defRPr>
    </a:lvl6pPr>
    <a:lvl7pPr xmlns:a="http://schemas.openxmlformats.org/drawingml/2006/main" marL="2743200" algn="l" defTabSz="914400">
      <a:buNone/>
      <a:defRPr kern="1200">
        <a:solidFill>
          <a:schemeClr val="tx1"/>
        </a:solidFill>
        <a:latin typeface="Calibri"/>
        <a:ea typeface="Calibri"/>
        <a:cs typeface="Calibri"/>
      </a:defRPr>
    </a:lvl7pPr>
    <a:lvl8pPr xmlns:a="http://schemas.openxmlformats.org/drawingml/2006/main" marL="3200400" algn="l" defTabSz="914400">
      <a:buNone/>
      <a:defRPr kern="1200">
        <a:solidFill>
          <a:schemeClr val="tx1"/>
        </a:solidFill>
        <a:latin typeface="Calibri"/>
        <a:ea typeface="Calibri"/>
        <a:cs typeface="Calibri"/>
      </a:defRPr>
    </a:lvl8pPr>
    <a:lvl9pPr xmlns:a="http://schemas.openxmlformats.org/drawingml/2006/main" marL="3657600" algn="l" defTabSz="914400">
      <a:buNone/>
      <a:defRPr kern="1200">
        <a:solidFill>
          <a:schemeClr val="tx1"/>
        </a:solidFill>
        <a:latin typeface="Calibri"/>
        <a:ea typeface="Calibri"/>
        <a:cs typeface="Calibri"/>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2ba350006b249fb" /><Relationship Type="http://schemas.openxmlformats.org/officeDocument/2006/relationships/slideMaster" Target="/ppt/slideMasters/slideMaster1.xml" Id="R80712824615e4faa" /><Relationship Type="http://schemas.openxmlformats.org/officeDocument/2006/relationships/notesMaster" Target="/ppt/notesMasters/notesMaster1.xml" Id="R5a30c59acc854dcb" /><Relationship Type="http://schemas.openxmlformats.org/officeDocument/2006/relationships/presProps" Target="/ppt/presProps.xml" Id="Raad17a7e151e4f38" /><Relationship Type="http://schemas.openxmlformats.org/officeDocument/2006/relationships/viewProps" Target="/ppt/viewProps.xml" Id="R24fb6a6a50ca4950" /><Relationship Type="http://schemas.openxmlformats.org/officeDocument/2006/relationships/tableStyles" Target="/ppt/tableStyles.xml" Id="Red1430434fc3482d" /><Relationship Type="http://schemas.openxmlformats.org/officeDocument/2006/relationships/slide" Target="/ppt/slides/slide1.xml" Id="Rb240ade04500444a" /><Relationship Type="http://schemas.openxmlformats.org/officeDocument/2006/relationships/slide" Target="/ppt/slides/slide2.xml" Id="R84384c57d5be48b5" /><Relationship Type="http://schemas.openxmlformats.org/officeDocument/2006/relationships/slide" Target="/ppt/slides/slide3.xml" Id="Re5789420d1744268" /><Relationship Type="http://schemas.openxmlformats.org/officeDocument/2006/relationships/slide" Target="/ppt/slides/slide4.xml" Id="Rcc2a05eb426e4f79" /><Relationship Type="http://schemas.openxmlformats.org/officeDocument/2006/relationships/slide" Target="/ppt/slides/slide5.xml" Id="R3a190e5198f04df2" /><Relationship Type="http://schemas.openxmlformats.org/officeDocument/2006/relationships/slide" Target="/ppt/slides/slide6.xml" Id="R0a86da46911046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1a3cad9bdf4a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c7e01832f043b4" /><Relationship Type="http://schemas.openxmlformats.org/officeDocument/2006/relationships/notesMaster" Target="/ppt/notesMasters/notesMaster1.xml" Id="R6dbde3f246b24e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117c2e53554aa5" /><Relationship Type="http://schemas.openxmlformats.org/officeDocument/2006/relationships/notesMaster" Target="/ppt/notesMasters/notesMaster1.xml" Id="R5b97076a25d945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830d233f4f4f05" /><Relationship Type="http://schemas.openxmlformats.org/officeDocument/2006/relationships/notesMaster" Target="/ppt/notesMasters/notesMaster1.xml" Id="Rdbd9034b946444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16a45713b34699" /><Relationship Type="http://schemas.openxmlformats.org/officeDocument/2006/relationships/notesMaster" Target="/ppt/notesMasters/notesMaster1.xml" Id="R8121629f04da46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d94f738d1d4182" /><Relationship Type="http://schemas.openxmlformats.org/officeDocument/2006/relationships/notesMaster" Target="/ppt/notesMasters/notesMaster1.xml" Id="R433a58c9cb3346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b0045110be4666" /><Relationship Type="http://schemas.openxmlformats.org/officeDocument/2006/relationships/notesMaster" Target="/ppt/notesMasters/notesMaster1.xml" Id="R060b13b309684b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SIH 2026 Problem Statement 26103 (MoSPI / DIID), supplied by the team. Portfolio figures on later slides are specifically from the April 2026 PAIMANA Flash Report, pp. 1–3. Team ID and registered team name are intentionally left for the team to supply.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Prototype screenshot captured from the current PARAKH project directory test artifact for the July 2026 snapshot. April report evidence: data/pdfs/FlashReport_April2026.pdf. The current checker is a separate script and its review workflow is proposed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Workflow and metric values are from the checked-in code and artifacts: src/pdf_extracter.py, src/data_loader.py, src/model_train.py, src/checker.py, data/processed/model_metrics.json, and data/processed/portfolio_kpis.json. The temporal test month is June 2026 predicting July outcomes. There is one temporal holdout; no probability calibration. April portfolio reconciliation checks project count, original cost, revised cost and expenditure; exact match at displayed precision does not establish row-level correctness.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Feasibility facts describe the current open-source local prototype. Proposed controls are future work. Cost-risk estimates should not guide decisions: in the single June-to-July temporal holdout gradient boosting achieved ROC-AUC 0.436 and PR-AUC 0.039.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MoSPI PAIMANA Flash Report, April 2026, pp. 1–3. The July 2026 count comes from the generated prototype snapshot. No time savings, cost savings, delay reduction or environmental impact has been measured. The inspection-triage analogy is explanatory only.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Sources: MoSPI PAIMANA Flash Report, April 2026, pp. 1–3 and Table 6 (https://paimana-proj.mospi.gov.in/ReportPage); MoSPI PAIMANA public dashboard (https://ipm.mospi.gov.in/Home/PublicDashboard); SIH 2026 Problem Statement 26103, MoSPI / DIID (brief supplied by the team); PARAKH project source remote https://github.com/Pratyush83078/Parakh and local evidence in src/checker.py, src/model_train.py, data/processed/model_metrics.json, and data/processed/portfolio_kpis.json. Confirm the repository is public before final submission.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b73b60e9fc47b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07d2a7d1f734c5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6194725ec1e4e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fe7018e7c574a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a1fe049d8334d2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b522a5bcf0437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e5acea3ae99493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0c70ff2a7c149ff"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ce39f9e64234eb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114b6f34a7544a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bdfddade69d4451"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16978AF-0D3D-4D59-922C-74441CCC480F}"/>
              </a:ext>
            </a:extLst>
          </p:cNvPr>
          <p:cNvSpPr>
            <a:spLocks xmlns:a="http://schemas.openxmlformats.org/drawingml/2006/main" noGrp="1"/>
          </p:cNvSpPr>
          <p:nvPr>
            <p:ph type="ctrTitle" idx="0"/>
          </p:nvPr>
        </p:nvSpPr>
        <p:spPr>
          <a:xfrm xmlns:a="http://schemas.openxmlformats.org/drawingml/2006/main">
            <a:off x="914400" y="2130428"/>
            <a:ext cx="103632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47429B7-C1CD-4492-9662-AD374D19A519}"/>
              </a:ext>
            </a:extLst>
          </p:cNvPr>
          <p:cNvSpPr>
            <a:spLocks xmlns:a="http://schemas.openxmlformats.org/drawingml/2006/main" noGrp="1"/>
          </p:cNvSpPr>
          <p:nvPr>
            <p:ph type="subTitle" idx="1"/>
          </p:nvPr>
        </p:nvSpPr>
        <p:spPr>
          <a:xfrm xmlns:a="http://schemas.openxmlformats.org/drawingml/2006/main">
            <a:off x="1828800" y="3886200"/>
            <a:ext cx="85344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9CA07506-31A0-4E51-9EC4-FBB81E2667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E60792E3-D524-454C-8AFD-A91972900BCB}" type="datetime1">
              <a:t>6/2/2026</a:t>
            </a:fld>
            <a:endParaRPr/>
          </a:p>
        </p:txBody>
      </p:sp>
      <p:sp>
        <p:nvSpPr>
          <p:cNvPr id="5" name="Footer Placeholder 4">
            <a:extLst xmlns:a="http://schemas.openxmlformats.org/drawingml/2006/main">
              <a:ext uri="{FF2B5EF4-FFF2-40B4-BE49-F238E27FC236}">
                <a16:creationId xmlns:a16="http://schemas.microsoft.com/office/drawing/2014/main" id="{3B004834-C928-4186-B4EE-493731E0DD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548BADE0-D0D5-4296-9789-7C254D36EB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5B7E1BAA-A38D-40DE-B22C-DF9BD7D82058}"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7836FD1-55ED-4194-A386-E882492EEEB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F9286593-C755-454D-9D5C-CCEFB8282205}"/>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F831728-B0AA-49D9-8AED-35A62978B9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708B7524-32A2-4C20-A58C-BC3BAA1042FC}" type="datetime1">
              <a:t>6/2/2026</a:t>
            </a:fld>
            <a:endParaRPr/>
          </a:p>
        </p:txBody>
      </p:sp>
      <p:sp>
        <p:nvSpPr>
          <p:cNvPr id="5" name="Footer Placeholder 4">
            <a:extLst xmlns:a="http://schemas.openxmlformats.org/drawingml/2006/main">
              <a:ext uri="{FF2B5EF4-FFF2-40B4-BE49-F238E27FC236}">
                <a16:creationId xmlns:a16="http://schemas.microsoft.com/office/drawing/2014/main" id="{01868047-0A38-49FA-AD20-0328322BAE7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E9400430-21E1-47D5-88F0-AA73102B637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677C3CE7-23F7-4828-823C-E0205DF2CF97}"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2C30B1D-235B-4AA9-9074-295D4BCFB54F}"/>
              </a:ext>
            </a:extLst>
          </p:cNvPr>
          <p:cNvSpPr>
            <a:spLocks xmlns:a="http://schemas.openxmlformats.org/drawingml/2006/main" noGrp="1"/>
          </p:cNvSpPr>
          <p:nvPr>
            <p:ph type="title" idx="0"/>
          </p:nvPr>
        </p:nvSpPr>
        <p:spPr>
          <a:xfrm xmlns:a="http://schemas.openxmlformats.org/drawingml/2006/main">
            <a:off x="963084" y="4406903"/>
            <a:ext cx="103632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322BF82D-6CE1-4E74-9465-E97950C7DF66}"/>
              </a:ext>
            </a:extLst>
          </p:cNvPr>
          <p:cNvSpPr>
            <a:spLocks xmlns:a="http://schemas.openxmlformats.org/drawingml/2006/main" noGrp="1"/>
          </p:cNvSpPr>
          <p:nvPr>
            <p:ph type="body" idx="1"/>
          </p:nvPr>
        </p:nvSpPr>
        <p:spPr>
          <a:xfrm xmlns:a="http://schemas.openxmlformats.org/drawingml/2006/main">
            <a:off x="963084" y="2906713"/>
            <a:ext cx="103632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3F2E0157-2106-4ED8-BCF0-49385D80EAE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1E994447-D6B2-43BB-A877-57F1A267B999}" type="datetime1">
              <a:t>6/2/2026</a:t>
            </a:fld>
            <a:endParaRPr/>
          </a:p>
        </p:txBody>
      </p:sp>
      <p:sp>
        <p:nvSpPr>
          <p:cNvPr id="5" name="Footer Placeholder 4">
            <a:extLst xmlns:a="http://schemas.openxmlformats.org/drawingml/2006/main">
              <a:ext uri="{FF2B5EF4-FFF2-40B4-BE49-F238E27FC236}">
                <a16:creationId xmlns:a16="http://schemas.microsoft.com/office/drawing/2014/main" id="{EEDF0778-F227-4F96-8516-1471663EC5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8D3E0E80-1A5F-4554-98F1-67D6ED47F7C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41DB31D2-2A87-4F4C-A9AD-05C6CC2B321D}"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DD5C75C-D394-4B89-BB0D-ED902628302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FD11B351-06BC-4CCE-947D-CB6D6A036B70}"/>
              </a:ext>
            </a:extLst>
          </p:cNvPr>
          <p:cNvSpPr>
            <a:spLocks xmlns:a="http://schemas.openxmlformats.org/drawingml/2006/main" noGrp="1"/>
          </p:cNvSpPr>
          <p:nvPr>
            <p:ph idx="1"/>
          </p:nvPr>
        </p:nvSpPr>
        <p:spPr>
          <a:xfrm xmlns:a="http://schemas.openxmlformats.org/drawingml/2006/main">
            <a:off x="609600" y="1600203"/>
            <a:ext cx="53848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8E86E06D-C5D1-4FCF-91F3-A6FE44073782}"/>
              </a:ext>
            </a:extLst>
          </p:cNvPr>
          <p:cNvSpPr>
            <a:spLocks xmlns:a="http://schemas.openxmlformats.org/drawingml/2006/main" noGrp="1"/>
          </p:cNvSpPr>
          <p:nvPr>
            <p:ph idx="2"/>
          </p:nvPr>
        </p:nvSpPr>
        <p:spPr>
          <a:xfrm xmlns:a="http://schemas.openxmlformats.org/drawingml/2006/main">
            <a:off x="6197600" y="1600203"/>
            <a:ext cx="53848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3">
            <a:extLst xmlns:a="http://schemas.openxmlformats.org/drawingml/2006/main">
              <a:ext uri="{FF2B5EF4-FFF2-40B4-BE49-F238E27FC236}">
                <a16:creationId xmlns:a16="http://schemas.microsoft.com/office/drawing/2014/main" id="{38F66108-6EFD-4DF2-956C-D7FE24D626A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68920E16-BD35-483C-AA6B-346FC7E46DEA}" type="datetime1">
              <a:t>6/2/2026</a:t>
            </a:fld>
            <a:endParaRPr/>
          </a:p>
        </p:txBody>
      </p:sp>
      <p:sp>
        <p:nvSpPr>
          <p:cNvPr id="6" name="Footer Placeholder 4">
            <a:extLst xmlns:a="http://schemas.openxmlformats.org/drawingml/2006/main">
              <a:ext uri="{FF2B5EF4-FFF2-40B4-BE49-F238E27FC236}">
                <a16:creationId xmlns:a16="http://schemas.microsoft.com/office/drawing/2014/main" id="{25389704-AC26-4420-B6C2-FF840E0772A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03448FEA-BE99-44D5-91C3-A553C78C8FA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E1FC16D9-1635-4844-816A-0A8A2160FADA}"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F4B0B23-4020-402E-A6EC-890126549B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A9468BCB-383A-4983-966C-076E00B064BC}"/>
              </a:ext>
            </a:extLst>
          </p:cNvPr>
          <p:cNvSpPr>
            <a:spLocks xmlns:a="http://schemas.openxmlformats.org/drawingml/2006/main" noGrp="1"/>
          </p:cNvSpPr>
          <p:nvPr>
            <p:ph type="body" idx="1"/>
          </p:nvPr>
        </p:nvSpPr>
        <p:spPr>
          <a:xfrm xmlns:a="http://schemas.openxmlformats.org/drawingml/2006/main">
            <a:off x="609600" y="1535113"/>
            <a:ext cx="5386917"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B54739A8-0DD5-43B7-8EBE-A86E5FA78625}"/>
              </a:ext>
            </a:extLst>
          </p:cNvPr>
          <p:cNvSpPr>
            <a:spLocks xmlns:a="http://schemas.openxmlformats.org/drawingml/2006/main" noGrp="1"/>
          </p:cNvSpPr>
          <p:nvPr>
            <p:ph idx="2"/>
          </p:nvPr>
        </p:nvSpPr>
        <p:spPr>
          <a:xfrm xmlns:a="http://schemas.openxmlformats.org/drawingml/2006/main">
            <a:off x="609600" y="2174875"/>
            <a:ext cx="5386917"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762465B-7BAA-4938-B074-CB4F3125933E}"/>
              </a:ext>
            </a:extLst>
          </p:cNvPr>
          <p:cNvSpPr>
            <a:spLocks xmlns:a="http://schemas.openxmlformats.org/drawingml/2006/main" noGrp="1"/>
          </p:cNvSpPr>
          <p:nvPr>
            <p:ph type="body" idx="3"/>
          </p:nvPr>
        </p:nvSpPr>
        <p:spPr>
          <a:xfrm xmlns:a="http://schemas.openxmlformats.org/drawingml/2006/main">
            <a:off x="6193369" y="1535113"/>
            <a:ext cx="5389033"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54D1EC22-9B06-4872-819F-EA558EC64F6C}"/>
              </a:ext>
            </a:extLst>
          </p:cNvPr>
          <p:cNvSpPr>
            <a:spLocks xmlns:a="http://schemas.openxmlformats.org/drawingml/2006/main" noGrp="1"/>
          </p:cNvSpPr>
          <p:nvPr>
            <p:ph idx="4"/>
          </p:nvPr>
        </p:nvSpPr>
        <p:spPr>
          <a:xfrm xmlns:a="http://schemas.openxmlformats.org/drawingml/2006/main">
            <a:off x="6193369" y="2174875"/>
            <a:ext cx="5389033"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3">
            <a:extLst xmlns:a="http://schemas.openxmlformats.org/drawingml/2006/main">
              <a:ext uri="{FF2B5EF4-FFF2-40B4-BE49-F238E27FC236}">
                <a16:creationId xmlns:a16="http://schemas.microsoft.com/office/drawing/2014/main" id="{222CB9B8-AE9F-408F-928C-B1394C784F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2FEAC6F8-5103-4FC0-A69E-5C6AE6469DA8}" type="datetime1">
              <a:t>6/2/2026</a:t>
            </a:fld>
            <a:endParaRPr/>
          </a:p>
        </p:txBody>
      </p:sp>
      <p:sp>
        <p:nvSpPr>
          <p:cNvPr id="8" name="Footer Placeholder 4">
            <a:extLst xmlns:a="http://schemas.openxmlformats.org/drawingml/2006/main">
              <a:ext uri="{FF2B5EF4-FFF2-40B4-BE49-F238E27FC236}">
                <a16:creationId xmlns:a16="http://schemas.microsoft.com/office/drawing/2014/main" id="{08C967D1-65B0-4BB0-8717-0F6A38C7C0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9" name="Slide Number Placeholder 5">
            <a:extLst xmlns:a="http://schemas.openxmlformats.org/drawingml/2006/main">
              <a:ext uri="{FF2B5EF4-FFF2-40B4-BE49-F238E27FC236}">
                <a16:creationId xmlns:a16="http://schemas.microsoft.com/office/drawing/2014/main" id="{432EDD63-6501-4D46-95DF-5DEDDD3A35F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71C4100A-98DE-4944-910A-A93F5CA9F724}"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704525-62C8-4772-AB45-4844DEE3FC6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3">
            <a:extLst xmlns:a="http://schemas.openxmlformats.org/drawingml/2006/main">
              <a:ext uri="{FF2B5EF4-FFF2-40B4-BE49-F238E27FC236}">
                <a16:creationId xmlns:a16="http://schemas.microsoft.com/office/drawing/2014/main" id="{3F0E659C-4312-4E3B-92A1-C0EB875CB7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C60C6921-0627-4C8F-83D5-0CF936D2FFDD}" type="datetime1">
              <a:t>6/2/2026</a:t>
            </a:fld>
            <a:endParaRPr/>
          </a:p>
        </p:txBody>
      </p:sp>
      <p:sp>
        <p:nvSpPr>
          <p:cNvPr id="4" name="Footer Placeholder 4">
            <a:extLst xmlns:a="http://schemas.openxmlformats.org/drawingml/2006/main">
              <a:ext uri="{FF2B5EF4-FFF2-40B4-BE49-F238E27FC236}">
                <a16:creationId xmlns:a16="http://schemas.microsoft.com/office/drawing/2014/main" id="{43AA3944-D704-4F29-92B8-A11157B53A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5" name="Slide Number Placeholder 5">
            <a:extLst xmlns:a="http://schemas.openxmlformats.org/drawingml/2006/main">
              <a:ext uri="{FF2B5EF4-FFF2-40B4-BE49-F238E27FC236}">
                <a16:creationId xmlns:a16="http://schemas.microsoft.com/office/drawing/2014/main" id="{98299F0B-8BD8-41DD-A717-C7DB9D78F8B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6A63342B-5A73-45DC-864D-086DE78037E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3">
            <a:extLst xmlns:a="http://schemas.openxmlformats.org/drawingml/2006/main">
              <a:ext uri="{FF2B5EF4-FFF2-40B4-BE49-F238E27FC236}">
                <a16:creationId xmlns:a16="http://schemas.microsoft.com/office/drawing/2014/main" id="{3F26D526-F337-45B6-BC87-B96B41EEE9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2FF08AD7-8103-40F8-983C-E2BA6BB9CBE0}" type="datetime1">
              <a:t>6/2/2026</a:t>
            </a:fld>
            <a:endParaRPr/>
          </a:p>
        </p:txBody>
      </p:sp>
      <p:sp>
        <p:nvSpPr>
          <p:cNvPr id="3" name="Footer Placeholder 4">
            <a:extLst xmlns:a="http://schemas.openxmlformats.org/drawingml/2006/main">
              <a:ext uri="{FF2B5EF4-FFF2-40B4-BE49-F238E27FC236}">
                <a16:creationId xmlns:a16="http://schemas.microsoft.com/office/drawing/2014/main" id="{0A9380AB-B837-4350-93DE-3A534340C85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4" name="Slide Number Placeholder 5">
            <a:extLst xmlns:a="http://schemas.openxmlformats.org/drawingml/2006/main">
              <a:ext uri="{FF2B5EF4-FFF2-40B4-BE49-F238E27FC236}">
                <a16:creationId xmlns:a16="http://schemas.microsoft.com/office/drawing/2014/main" id="{ADDA1EE8-16AF-49A8-9D87-69D8F5DD29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B635AFB3-1ACD-44AC-8702-86B1729DF035}"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72FC026-52F0-488B-B778-AD4E634809C1}"/>
              </a:ext>
            </a:extLst>
          </p:cNvPr>
          <p:cNvSpPr>
            <a:spLocks xmlns:a="http://schemas.openxmlformats.org/drawingml/2006/main" noGrp="1"/>
          </p:cNvSpPr>
          <p:nvPr>
            <p:ph type="title" idx="0"/>
          </p:nvPr>
        </p:nvSpPr>
        <p:spPr>
          <a:xfrm xmlns:a="http://schemas.openxmlformats.org/drawingml/2006/main">
            <a:off x="609602" y="273050"/>
            <a:ext cx="4011084"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5807B598-8373-4F6F-BDC3-6E38F4290ACA}"/>
              </a:ext>
            </a:extLst>
          </p:cNvPr>
          <p:cNvSpPr>
            <a:spLocks xmlns:a="http://schemas.openxmlformats.org/drawingml/2006/main" noGrp="1"/>
          </p:cNvSpPr>
          <p:nvPr>
            <p:ph idx="1"/>
          </p:nvPr>
        </p:nvSpPr>
        <p:spPr>
          <a:xfrm xmlns:a="http://schemas.openxmlformats.org/drawingml/2006/main">
            <a:off x="4766733" y="273053"/>
            <a:ext cx="6815667"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491FD2BC-42B9-4C8C-994A-007AE9AD2CA4}"/>
              </a:ext>
            </a:extLst>
          </p:cNvPr>
          <p:cNvSpPr>
            <a:spLocks xmlns:a="http://schemas.openxmlformats.org/drawingml/2006/main" noGrp="1"/>
          </p:cNvSpPr>
          <p:nvPr>
            <p:ph type="body" idx="2"/>
          </p:nvPr>
        </p:nvSpPr>
        <p:spPr>
          <a:xfrm xmlns:a="http://schemas.openxmlformats.org/drawingml/2006/main">
            <a:off x="609602" y="1435103"/>
            <a:ext cx="4011084"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3">
            <a:extLst xmlns:a="http://schemas.openxmlformats.org/drawingml/2006/main">
              <a:ext uri="{FF2B5EF4-FFF2-40B4-BE49-F238E27FC236}">
                <a16:creationId xmlns:a16="http://schemas.microsoft.com/office/drawing/2014/main" id="{547E55F8-BCD2-4811-85CD-D7D55F20BCD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DF8C06B4-9380-4A4D-AF49-A3596E17DAF5}" type="datetime1">
              <a:t>6/2/2026</a:t>
            </a:fld>
            <a:endParaRPr/>
          </a:p>
        </p:txBody>
      </p:sp>
      <p:sp>
        <p:nvSpPr>
          <p:cNvPr id="6" name="Footer Placeholder 4">
            <a:extLst xmlns:a="http://schemas.openxmlformats.org/drawingml/2006/main">
              <a:ext uri="{FF2B5EF4-FFF2-40B4-BE49-F238E27FC236}">
                <a16:creationId xmlns:a16="http://schemas.microsoft.com/office/drawing/2014/main" id="{A5261E21-7D4C-407B-AB18-B05AB8E8FEE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78B94140-7442-465D-8235-D43DA4321A2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05CF15F3-5E77-4C57-9E21-50D6D1D6C022}"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C720160-A330-411B-9D60-C702E30A1220}"/>
              </a:ext>
            </a:extLst>
          </p:cNvPr>
          <p:cNvSpPr>
            <a:spLocks xmlns:a="http://schemas.openxmlformats.org/drawingml/2006/main" noGrp="1"/>
          </p:cNvSpPr>
          <p:nvPr>
            <p:ph type="title" idx="0"/>
          </p:nvPr>
        </p:nvSpPr>
        <p:spPr>
          <a:xfrm xmlns:a="http://schemas.openxmlformats.org/drawingml/2006/main">
            <a:off x="2389717" y="4800600"/>
            <a:ext cx="73152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89D3C02C-5744-446F-800C-2B0C7B3A17EC}"/>
              </a:ext>
            </a:extLst>
          </p:cNvPr>
          <p:cNvSpPr>
            <a:spLocks xmlns:a="http://schemas.openxmlformats.org/drawingml/2006/main" noGrp="1"/>
          </p:cNvSpPr>
          <p:nvPr>
            <p:ph type="pic" idx="1"/>
          </p:nvPr>
        </p:nvSpPr>
        <p:spPr>
          <a:xfrm xmlns:a="http://schemas.openxmlformats.org/drawingml/2006/main">
            <a:off x="2389717" y="612775"/>
            <a:ext cx="7315200" cy="4114800"/>
          </a:xfrm>
        </p:spPr>
        <p:txBody>
          <a:bodyPr xmlns:a="http://schemas.openxmlformats.org/drawingml/2006/main">
            <a:normAutofit/>
          </a:bodyPr>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pPr lvl="0">
              <a:buNone/>
            </a:pPr>
            <a:endParaRPr/>
          </a:p>
        </p:txBody>
      </p:sp>
      <p:sp>
        <p:nvSpPr>
          <p:cNvPr id="4" name="Text Placeholder 3">
            <a:extLst xmlns:a="http://schemas.openxmlformats.org/drawingml/2006/main">
              <a:ext uri="{FF2B5EF4-FFF2-40B4-BE49-F238E27FC236}">
                <a16:creationId xmlns:a16="http://schemas.microsoft.com/office/drawing/2014/main" id="{3221991C-0E96-44AB-9A4F-21B5E2C2583D}"/>
              </a:ext>
            </a:extLst>
          </p:cNvPr>
          <p:cNvSpPr>
            <a:spLocks xmlns:a="http://schemas.openxmlformats.org/drawingml/2006/main" noGrp="1"/>
          </p:cNvSpPr>
          <p:nvPr>
            <p:ph type="body" idx="2"/>
          </p:nvPr>
        </p:nvSpPr>
        <p:spPr>
          <a:xfrm xmlns:a="http://schemas.openxmlformats.org/drawingml/2006/main">
            <a:off x="2389717" y="5367338"/>
            <a:ext cx="73152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3">
            <a:extLst xmlns:a="http://schemas.openxmlformats.org/drawingml/2006/main">
              <a:ext uri="{FF2B5EF4-FFF2-40B4-BE49-F238E27FC236}">
                <a16:creationId xmlns:a16="http://schemas.microsoft.com/office/drawing/2014/main" id="{0CED8E5F-D6C9-4E6C-8AA2-9554C5D897F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EF7FDEF1-C582-4E22-9E77-D68326471F28}" type="datetime1">
              <a:t>6/2/2026</a:t>
            </a:fld>
            <a:endParaRPr/>
          </a:p>
        </p:txBody>
      </p:sp>
      <p:sp>
        <p:nvSpPr>
          <p:cNvPr id="6" name="Footer Placeholder 4">
            <a:extLst xmlns:a="http://schemas.openxmlformats.org/drawingml/2006/main">
              <a:ext uri="{FF2B5EF4-FFF2-40B4-BE49-F238E27FC236}">
                <a16:creationId xmlns:a16="http://schemas.microsoft.com/office/drawing/2014/main" id="{5ED0BE3A-99D5-46B2-9B3A-4457592B29A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56996A3C-9B09-4760-A434-E5C559AA5B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1242169A-B3C7-4FB6-967F-AF95F4EB3315}"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821000-FA97-4A44-ADAE-5A68D55187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143EAAD-49FC-4183-AEE3-F847A245440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41C0452-BB20-4D41-BA28-461389376A1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053C3A68-6922-42D3-8905-ECC2D82A3469}" type="datetime1">
              <a:t>6/2/2026</a:t>
            </a:fld>
            <a:endParaRPr/>
          </a:p>
        </p:txBody>
      </p:sp>
      <p:sp>
        <p:nvSpPr>
          <p:cNvPr id="5" name="Footer Placeholder 4">
            <a:extLst xmlns:a="http://schemas.openxmlformats.org/drawingml/2006/main">
              <a:ext uri="{FF2B5EF4-FFF2-40B4-BE49-F238E27FC236}">
                <a16:creationId xmlns:a16="http://schemas.microsoft.com/office/drawing/2014/main" id="{49F727B0-C245-4C6B-85D1-ED9E57E35CB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8BE7EF3A-F380-4C6C-BBEA-41437052940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94FDD027-5576-4F27-AAB6-1D994836EE78}"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89B57FAB-3200-4C12-B9C3-8834FE909DA5}"/>
              </a:ext>
            </a:extLst>
          </p:cNvPr>
          <p:cNvSpPr>
            <a:spLocks xmlns:a="http://schemas.openxmlformats.org/drawingml/2006/main" noGrp="1"/>
          </p:cNvSpPr>
          <p:nvPr>
            <p:ph type="title" idx="0"/>
          </p:nvPr>
        </p:nvSpPr>
        <p:spPr>
          <a:xfrm xmlns:a="http://schemas.openxmlformats.org/drawingml/2006/main">
            <a:off x="8839200" y="274641"/>
            <a:ext cx="27432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687EBB80-2D42-4B0D-9D42-37634C448251}"/>
              </a:ext>
            </a:extLst>
          </p:cNvPr>
          <p:cNvSpPr>
            <a:spLocks xmlns:a="http://schemas.openxmlformats.org/drawingml/2006/main" noGrp="1"/>
          </p:cNvSpPr>
          <p:nvPr>
            <p:ph type="body" idx="1"/>
          </p:nvPr>
        </p:nvSpPr>
        <p:spPr>
          <a:xfrm xmlns:a="http://schemas.openxmlformats.org/drawingml/2006/main">
            <a:off x="609600" y="274641"/>
            <a:ext cx="80264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707EBD3-895F-4A8E-A146-97B8C232E19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CB69E9F4-7604-4950-A8B2-8ACDEDB1506E}" type="datetime1">
              <a:t>6/2/2026</a:t>
            </a:fld>
            <a:endParaRPr/>
          </a:p>
        </p:txBody>
      </p:sp>
      <p:sp>
        <p:nvSpPr>
          <p:cNvPr id="5" name="Footer Placeholder 4">
            <a:extLst xmlns:a="http://schemas.openxmlformats.org/drawingml/2006/main">
              <a:ext uri="{FF2B5EF4-FFF2-40B4-BE49-F238E27FC236}">
                <a16:creationId xmlns:a16="http://schemas.microsoft.com/office/drawing/2014/main" id="{0DB30902-4704-46E8-9F1B-066C6CEC5E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E65D15BE-D3B8-418F-8236-8B207E453E7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2957CE61-8714-431B-A40A-01B1C5541AB7}"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f2ab3ab6ea477c" /><Relationship Type="http://schemas.openxmlformats.org/officeDocument/2006/relationships/slideLayout" Target="/ppt/slideLayouts/slideLayout1.xml" Id="Re34cd1b923bb4a7a" /><Relationship Type="http://schemas.openxmlformats.org/officeDocument/2006/relationships/slideLayout" Target="/ppt/slideLayouts/slideLayout2.xml" Id="Rba21603066904dd6" /><Relationship Type="http://schemas.openxmlformats.org/officeDocument/2006/relationships/slideLayout" Target="/ppt/slideLayouts/slideLayout3.xml" Id="Re6947c0825124424" /><Relationship Type="http://schemas.openxmlformats.org/officeDocument/2006/relationships/slideLayout" Target="/ppt/slideLayouts/slideLayout4.xml" Id="R37abc289b9544f34" /><Relationship Type="http://schemas.openxmlformats.org/officeDocument/2006/relationships/slideLayout" Target="/ppt/slideLayouts/slideLayout5.xml" Id="R2e89177a33464b47" /><Relationship Type="http://schemas.openxmlformats.org/officeDocument/2006/relationships/slideLayout" Target="/ppt/slideLayouts/slideLayout6.xml" Id="R2188063eced744a9" /><Relationship Type="http://schemas.openxmlformats.org/officeDocument/2006/relationships/slideLayout" Target="/ppt/slideLayouts/slideLayout7.xml" Id="R00d5bc9dea9a4471" /><Relationship Type="http://schemas.openxmlformats.org/officeDocument/2006/relationships/slideLayout" Target="/ppt/slideLayouts/slideLayout8.xml" Id="R9f85c5f26cf24c7e" /><Relationship Type="http://schemas.openxmlformats.org/officeDocument/2006/relationships/slideLayout" Target="/ppt/slideLayouts/slideLayout9.xml" Id="R52050bc1c12a43dc" /><Relationship Type="http://schemas.openxmlformats.org/officeDocument/2006/relationships/slideLayout" Target="/ppt/slideLayouts/slideLayout10.xml" Id="Ra281a3711b7c45fa" /><Relationship Type="http://schemas.openxmlformats.org/officeDocument/2006/relationships/slideLayout" Target="/ppt/slideLayouts/slideLayout11.xml" Id="R74d79258da6d415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1026" name="Title Placeholder 1">
            <a:extLst xmlns:a="http://schemas.openxmlformats.org/drawingml/2006/main">
              <a:ext uri="{FF2B5EF4-FFF2-40B4-BE49-F238E27FC236}">
                <a16:creationId xmlns:a16="http://schemas.microsoft.com/office/drawing/2014/main" id="{2E050C1A-F34B-4580-B306-FB5965D5AC34}"/>
              </a:ext>
            </a:extLst>
          </p:cNvPr>
          <p:cNvSpPr>
            <a:spLocks xmlns:a="http://schemas.openxmlformats.org/drawingml/2006/main" noGrp="1"/>
          </p:cNvSpPr>
          <p:nvPr>
            <p:ph type="title" idx="0"/>
          </p:nvPr>
        </p:nvSpPr>
        <p:spPr>
          <a:xfrm xmlns:a="http://schemas.openxmlformats.org/drawingml/2006/main">
            <a:off x="609600" y="-47625"/>
            <a:ext cx="10972800" cy="114300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vert="horz" wrap="square" lIns="91440" tIns="45720" rIns="91440" bIns="45720" anchor="ctr"/>
          <a:lstStyle xmlns:a="http://schemas.openxmlformats.org/drawingml/2006/main"/>
          <a:p xmlns:a="http://schemas.openxmlformats.org/drawingml/2006/main">
            <a:pPr lvl="0">
              <a:buNone/>
            </a:pPr>
            <a:r>
              <a:t>Click to edit Master title style</a:t>
            </a:r>
          </a:p>
        </p:txBody>
      </p:sp>
      <p:sp>
        <p:nvSpPr>
          <p:cNvPr id="1027" name="Text Placeholder 2">
            <a:extLst xmlns:a="http://schemas.openxmlformats.org/drawingml/2006/main">
              <a:ext uri="{FF2B5EF4-FFF2-40B4-BE49-F238E27FC236}">
                <a16:creationId xmlns:a16="http://schemas.microsoft.com/office/drawing/2014/main" id="{2A75E93D-76D8-4925-A80E-5036BCBC1B81}"/>
              </a:ext>
            </a:extLst>
          </p:cNvPr>
          <p:cNvSpPr>
            <a:spLocks xmlns:a="http://schemas.openxmlformats.org/drawingml/2006/main" noGrp="1"/>
          </p:cNvSpPr>
          <p:nvPr>
            <p:ph type="body" idx="1"/>
          </p:nvPr>
        </p:nvSpPr>
        <p:spPr>
          <a:xfrm xmlns:a="http://schemas.openxmlformats.org/drawingml/2006/main">
            <a:off x="609600" y="1095375"/>
            <a:ext cx="10972800" cy="5030788"/>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vert="horz" wrap="square" lIns="91440" tIns="45720" rIns="91440" bIns="45720" ancho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781AFF58-E28B-4933-8E23-C9A4065A899E}"/>
              </a:ext>
            </a:extLst>
          </p:cNvPr>
          <p:cNvSpPr>
            <a:spLocks xmlns:a="http://schemas.openxmlformats.org/drawingml/2006/main" noGrp="1"/>
          </p:cNvSpPr>
          <p:nvPr>
            <p:ph type="dt" idx="2"/>
          </p:nvPr>
        </p:nvSpPr>
        <p:spPr>
          <a:xfrm xmlns:a="http://schemas.openxmlformats.org/drawingml/2006/main">
            <a:off x="609600" y="6356353"/>
            <a:ext cx="2844800" cy="365125"/>
          </a:xfrm>
          <a:prstGeom xmlns:a="http://schemas.openxmlformats.org/drawingml/2006/main" prst="rect">
            <a:avLst/>
          </a:prstGeom>
        </p:spPr>
        <p:txBody>
          <a:bodyPr xmlns:a="http://schemas.openxmlformats.org/drawingml/2006/main" vert="horz" wrap="square" lIns="91440" tIns="45720" rIns="91440" bIns="45720" anchor="ctr"/>
          <a:lstStyle xmlns:a="http://schemas.openxmlformats.org/drawingml/2006/main">
            <a:lvl1pPr>
              <a:buNone/>
              <a:defRPr sz="1200">
                <a:solidFill>
                  <a:srgbClr val="898989"/>
                </a:solidFill>
                <a:latin typeface="TradeGothic"/>
                <a:ea typeface="TradeGothic"/>
                <a:cs typeface="TradeGothic"/>
              </a:defRPr>
            </a:lvl1pPr>
          </a:lstStyle>
          <a:p xmlns:a="http://schemas.openxmlformats.org/drawingml/2006/main">
            <a:fld id="{780A9602-A9A9-453F-AEF1-37B5837E02CD}" type="datetime1">
              <a:t>6/2/2026</a:t>
            </a:fld>
            <a:endParaRPr/>
          </a:p>
        </p:txBody>
      </p:sp>
      <p:sp>
        <p:nvSpPr>
          <p:cNvPr id="5" name="Footer Placeholder 4">
            <a:extLst xmlns:a="http://schemas.openxmlformats.org/drawingml/2006/main">
              <a:ext uri="{FF2B5EF4-FFF2-40B4-BE49-F238E27FC236}">
                <a16:creationId xmlns:a16="http://schemas.microsoft.com/office/drawing/2014/main" id="{A2A19B17-F748-4019-8340-0DD558574D2B}"/>
              </a:ext>
            </a:extLst>
          </p:cNvPr>
          <p:cNvSpPr>
            <a:spLocks xmlns:a="http://schemas.openxmlformats.org/drawingml/2006/main" noGrp="1"/>
          </p:cNvSpPr>
          <p:nvPr>
            <p:ph type="ftr" idx="3"/>
          </p:nvPr>
        </p:nvSpPr>
        <p:spPr>
          <a:xfrm xmlns:a="http://schemas.openxmlformats.org/drawingml/2006/main">
            <a:off x="4165600" y="6356353"/>
            <a:ext cx="3860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spcBef>
                <a:spcPts val="0"/>
              </a:spcBef>
              <a:spcAft>
                <a:spcPts val="0"/>
              </a:spcAft>
              <a:buNone/>
              <a:defRPr sz="1200">
                <a:solidFill>
                  <a:schemeClr val="tx1">
                    <a:tint val="75000"/>
                  </a:schemeClr>
                </a:solidFill>
                <a:latin typeface="TradeGothic"/>
                <a:ea typeface="TradeGothic"/>
                <a:cs typeface="TradeGothic"/>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85137001-4BE5-4610-80BD-BF23B67626C1}"/>
              </a:ext>
            </a:extLst>
          </p:cNvPr>
          <p:cNvSpPr>
            <a:spLocks xmlns:a="http://schemas.openxmlformats.org/drawingml/2006/main" noGrp="1"/>
          </p:cNvSpPr>
          <p:nvPr>
            <p:ph type="sldNum" idx="4"/>
          </p:nvPr>
        </p:nvSpPr>
        <p:spPr>
          <a:xfrm xmlns:a="http://schemas.openxmlformats.org/drawingml/2006/main">
            <a:off x="8737600" y="6356353"/>
            <a:ext cx="2844800" cy="365125"/>
          </a:xfrm>
          <a:prstGeom xmlns:a="http://schemas.openxmlformats.org/drawingml/2006/main" prst="rect">
            <a:avLst/>
          </a:prstGeom>
        </p:spPr>
        <p:txBody>
          <a:bodyPr xmlns:a="http://schemas.openxmlformats.org/drawingml/2006/main" vert="horz" wrap="square" lIns="91440" tIns="45720" rIns="91440" bIns="45720" anchor="ctr"/>
          <a:lstStyle xmlns:a="http://schemas.openxmlformats.org/drawingml/2006/main">
            <a:lvl1pPr algn="r">
              <a:buNone/>
              <a:defRPr sz="1200">
                <a:solidFill>
                  <a:srgbClr val="898989"/>
                </a:solidFill>
                <a:latin typeface="TradeGothic"/>
                <a:ea typeface="TradeGothic"/>
                <a:cs typeface="TradeGothic"/>
              </a:defRPr>
            </a:lvl1pPr>
          </a:lstStyle>
          <a:p xmlns:a="http://schemas.openxmlformats.org/drawingml/2006/main">
            <a:fld id="{1411BA53-830D-4830-BB65-E58DBE17D0B7}"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4cd1b923bb4a7a"/>
    <p:sldLayoutId xmlns:r="http://schemas.openxmlformats.org/officeDocument/2006/relationships" id="2147483650" r:id="Rba21603066904dd6"/>
    <p:sldLayoutId xmlns:r="http://schemas.openxmlformats.org/officeDocument/2006/relationships" id="2147483651" r:id="Re6947c0825124424"/>
    <p:sldLayoutId xmlns:r="http://schemas.openxmlformats.org/officeDocument/2006/relationships" id="2147483652" r:id="R37abc289b9544f34"/>
    <p:sldLayoutId xmlns:r="http://schemas.openxmlformats.org/officeDocument/2006/relationships" id="2147483653" r:id="R2e89177a33464b47"/>
    <p:sldLayoutId xmlns:r="http://schemas.openxmlformats.org/officeDocument/2006/relationships" id="2147483654" r:id="R2188063eced744a9"/>
    <p:sldLayoutId xmlns:r="http://schemas.openxmlformats.org/officeDocument/2006/relationships" id="2147483655" r:id="R00d5bc9dea9a4471"/>
    <p:sldLayoutId xmlns:r="http://schemas.openxmlformats.org/officeDocument/2006/relationships" id="2147483656" r:id="R9f85c5f26cf24c7e"/>
    <p:sldLayoutId xmlns:r="http://schemas.openxmlformats.org/officeDocument/2006/relationships" id="2147483657" r:id="R52050bc1c12a43dc"/>
    <p:sldLayoutId xmlns:r="http://schemas.openxmlformats.org/officeDocument/2006/relationships" id="2147483658" r:id="Ra281a3711b7c45fa"/>
    <p:sldLayoutId xmlns:r="http://schemas.openxmlformats.org/officeDocument/2006/relationships" id="2147483659" r:id="R74d79258da6d4151"/>
  </p:sldLayoutIdLst>
  <p:hf hdr="0" dt="0"/>
  <p:txStyles>
    <p:titleStyle>
      <a:lvl1pPr xmlns:a="http://schemas.openxmlformats.org/drawingml/2006/main" algn="ctr" defTabSz="457200">
        <a:spcBef>
          <a:spcPct val="0"/>
        </a:spcBef>
        <a:spcAft>
          <a:spcPct val="0"/>
        </a:spcAft>
        <a:buNone/>
        <a:defRPr sz="4400" kern="1200">
          <a:solidFill>
            <a:schemeClr val="tx1"/>
          </a:solidFill>
          <a:latin typeface="TradeGothic"/>
          <a:ea typeface="TradeGothic"/>
          <a:cs typeface="TradeGothic"/>
        </a:defRPr>
      </a:lvl1pPr>
      <a:lvl2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2pPr>
      <a:lvl3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3pPr>
      <a:lvl4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4pPr>
      <a:lvl5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5pPr>
      <a:lvl6pPr xmlns:a="http://schemas.openxmlformats.org/drawingml/2006/main" marL="457200" algn="ctr" defTabSz="457200">
        <a:spcBef>
          <a:spcPct val="0"/>
        </a:spcBef>
        <a:spcAft>
          <a:spcPct val="0"/>
        </a:spcAft>
        <a:buNone/>
        <a:defRPr sz="4400">
          <a:solidFill>
            <a:schemeClr val="tx1"/>
          </a:solidFill>
          <a:latin typeface="TradeGothic"/>
          <a:ea typeface="TradeGothic"/>
          <a:cs typeface="TradeGothic"/>
        </a:defRPr>
      </a:lvl6pPr>
      <a:lvl7pPr xmlns:a="http://schemas.openxmlformats.org/drawingml/2006/main" marL="914400" algn="ctr" defTabSz="457200">
        <a:spcBef>
          <a:spcPct val="0"/>
        </a:spcBef>
        <a:spcAft>
          <a:spcPct val="0"/>
        </a:spcAft>
        <a:buNone/>
        <a:defRPr sz="4400">
          <a:solidFill>
            <a:schemeClr val="tx1"/>
          </a:solidFill>
          <a:latin typeface="TradeGothic"/>
          <a:ea typeface="TradeGothic"/>
          <a:cs typeface="TradeGothic"/>
        </a:defRPr>
      </a:lvl7pPr>
      <a:lvl8pPr xmlns:a="http://schemas.openxmlformats.org/drawingml/2006/main" marL="1371600" algn="ctr" defTabSz="457200">
        <a:spcBef>
          <a:spcPct val="0"/>
        </a:spcBef>
        <a:spcAft>
          <a:spcPct val="0"/>
        </a:spcAft>
        <a:buNone/>
        <a:defRPr sz="4400">
          <a:solidFill>
            <a:schemeClr val="tx1"/>
          </a:solidFill>
          <a:latin typeface="TradeGothic"/>
          <a:ea typeface="TradeGothic"/>
          <a:cs typeface="TradeGothic"/>
        </a:defRPr>
      </a:lvl8pPr>
      <a:lvl9pPr xmlns:a="http://schemas.openxmlformats.org/drawingml/2006/main" marL="1828800" algn="ctr" defTabSz="457200">
        <a:spcBef>
          <a:spcPct val="0"/>
        </a:spcBef>
        <a:spcAft>
          <a:spcPct val="0"/>
        </a:spcAft>
        <a:buNone/>
        <a:defRPr sz="4400">
          <a:solidFill>
            <a:schemeClr val="tx1"/>
          </a:solidFill>
          <a:latin typeface="TradeGothic"/>
          <a:ea typeface="TradeGothic"/>
          <a:cs typeface="TradeGothic"/>
        </a:defRPr>
      </a:lvl9pPr>
    </p:titleStyle>
    <p:bodyStyle>
      <a:lvl1pPr xmlns:a="http://schemas.openxmlformats.org/drawingml/2006/main" marL="342900" indent="-342900" algn="l" defTabSz="457200">
        <a:spcBef>
          <a:spcPct val="20000"/>
        </a:spcBef>
        <a:spcAft>
          <a:spcPct val="0"/>
        </a:spcAft>
        <a:buFont typeface="Arial"/>
        <a:buChar char="•"/>
        <a:defRPr sz="3200" kern="1200">
          <a:solidFill>
            <a:schemeClr val="tx1"/>
          </a:solidFill>
          <a:latin typeface="TradeGothic"/>
          <a:ea typeface="TradeGothic"/>
          <a:cs typeface="TradeGothic"/>
        </a:defRPr>
      </a:lvl1pPr>
      <a:lvl2pPr xmlns:a="http://schemas.openxmlformats.org/drawingml/2006/main" marL="742950" indent="-285750" algn="l" defTabSz="457200">
        <a:spcBef>
          <a:spcPct val="20000"/>
        </a:spcBef>
        <a:spcAft>
          <a:spcPct val="0"/>
        </a:spcAft>
        <a:buFont typeface="Arial"/>
        <a:buChar char="–"/>
        <a:defRPr sz="2800" kern="1200">
          <a:solidFill>
            <a:schemeClr val="tx1"/>
          </a:solidFill>
          <a:latin typeface="TradeGothic"/>
          <a:ea typeface="TradeGothic"/>
          <a:cs typeface="TradeGothic"/>
        </a:defRPr>
      </a:lvl2pPr>
      <a:lvl3pPr xmlns:a="http://schemas.openxmlformats.org/drawingml/2006/main" marL="1143000" indent="-228600" algn="l" defTabSz="457200">
        <a:spcBef>
          <a:spcPct val="20000"/>
        </a:spcBef>
        <a:spcAft>
          <a:spcPct val="0"/>
        </a:spcAft>
        <a:buFont typeface="Arial"/>
        <a:buChar char="•"/>
        <a:defRPr sz="2400" kern="1200">
          <a:solidFill>
            <a:schemeClr val="tx1"/>
          </a:solidFill>
          <a:latin typeface="TradeGothic"/>
          <a:ea typeface="TradeGothic"/>
          <a:cs typeface="TradeGothic"/>
        </a:defRPr>
      </a:lvl3pPr>
      <a:lvl4pPr xmlns:a="http://schemas.openxmlformats.org/drawingml/2006/main" marL="1600200" indent="-228600" algn="l" defTabSz="457200">
        <a:spcBef>
          <a:spcPct val="20000"/>
        </a:spcBef>
        <a:spcAft>
          <a:spcPct val="0"/>
        </a:spcAft>
        <a:buFont typeface="Arial"/>
        <a:buChar char="–"/>
        <a:defRPr sz="2000" kern="1200">
          <a:solidFill>
            <a:schemeClr val="tx1"/>
          </a:solidFill>
          <a:latin typeface="TradeGothic"/>
          <a:ea typeface="TradeGothic"/>
          <a:cs typeface="TradeGothic"/>
        </a:defRPr>
      </a:lvl4pPr>
      <a:lvl5pPr xmlns:a="http://schemas.openxmlformats.org/drawingml/2006/main" marL="2057400" indent="-228600" algn="l" defTabSz="457200">
        <a:spcBef>
          <a:spcPct val="20000"/>
        </a:spcBef>
        <a:spcAft>
          <a:spcPct val="0"/>
        </a:spcAft>
        <a:buFont typeface="Arial"/>
        <a:buChar char="»"/>
        <a:defRPr sz="2000" kern="1200">
          <a:solidFill>
            <a:schemeClr val="tx1"/>
          </a:solidFill>
          <a:latin typeface="TradeGothic"/>
          <a:ea typeface="TradeGothic"/>
          <a:cs typeface="TradeGothic"/>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e1a10a3bea4649" /><Relationship Type="http://schemas.openxmlformats.org/officeDocument/2006/relationships/image" Target="/ppt/media/image.png" Id="Rdcea77416be54f1f" /><Relationship Type="http://schemas.openxmlformats.org/officeDocument/2006/relationships/image" Target="/ppt/media/image2.png" Id="R7ae774f10fd346e9" /><Relationship Type="http://schemas.openxmlformats.org/officeDocument/2006/relationships/notesSlide" Target="/ppt/notesSlides/notesSlide1.xml" Id="R29fbec2c83464c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fc6229a5006d4413" /><Relationship Type="http://schemas.openxmlformats.org/officeDocument/2006/relationships/image" Target="/ppt/media/image2.png" Id="Ra02e47d93c5b4c27" /><Relationship Type="http://schemas.openxmlformats.org/officeDocument/2006/relationships/image" Target="/ppt/media/image3.png" Id="R47c0b05452d549bc" /><Relationship Type="http://schemas.openxmlformats.org/officeDocument/2006/relationships/notesSlide" Target="/ppt/notesSlides/notesSlide2.xml" Id="Rb8489e31506a44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918aaaea66de40a6" /><Relationship Type="http://schemas.openxmlformats.org/officeDocument/2006/relationships/image" Target="/ppt/media/image2.png" Id="Rd6d2244cd7dc4628" /><Relationship Type="http://schemas.openxmlformats.org/officeDocument/2006/relationships/notesSlide" Target="/ppt/notesSlides/notesSlide3.xml" Id="R0e0c1535afa941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37d191826d814afd" /><Relationship Type="http://schemas.openxmlformats.org/officeDocument/2006/relationships/image" Target="/ppt/media/image2.png" Id="R62b6a48f6bdb491c" /><Relationship Type="http://schemas.openxmlformats.org/officeDocument/2006/relationships/notesSlide" Target="/ppt/notesSlides/notesSlide4.xml" Id="R4b4b9f45842643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df4fd5d06f514b55" /><Relationship Type="http://schemas.openxmlformats.org/officeDocument/2006/relationships/image" Target="/ppt/media/image2.png" Id="R92bcfc1fe4254beb" /><Relationship Type="http://schemas.openxmlformats.org/officeDocument/2006/relationships/notesSlide" Target="/ppt/notesSlides/notesSlide5.xml" Id="R8dec5e66752943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f7c66d0bc0ad4792" /><Relationship Type="http://schemas.openxmlformats.org/officeDocument/2006/relationships/image" Target="/ppt/media/image2.png" Id="Rc25aafa6370342a7" /><Relationship Type="http://schemas.openxmlformats.org/officeDocument/2006/relationships/hyperlink" Target="https://paimana-proj.mospi.gov.in/ReportPage" TargetMode="External" Id="R98959422da584f67" /><Relationship Type="http://schemas.openxmlformats.org/officeDocument/2006/relationships/hyperlink" Target="https://ipm.mospi.gov.in/Home/PublicDashboard" TargetMode="External" Id="R5acdee25293f41a6" /><Relationship Type="http://schemas.openxmlformats.org/officeDocument/2006/relationships/hyperlink" Target="https://github.com/Pratyush83078/Parakh" TargetMode="External" Id="Rcd39006b35d941da" /><Relationship Type="http://schemas.openxmlformats.org/officeDocument/2006/relationships/notesSlide" Target="/ppt/notesSlides/notesSlide6.xml" Id="R7fd0a1f7ec904418" /></Relationships>
</file>

<file path=ppt/slides/slide1.xml><?xml version="1.0" encoding="utf-8"?>
<p:sld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useBgFill="1">
        <p:nvSpPr>
          <p:cNvPr id="36" name="Rectangle 24">
            <a:extLst xmlns:a="http://schemas.openxmlformats.org/drawingml/2006/main">
              <a:ext uri="{FF2B5EF4-FFF2-40B4-BE49-F238E27FC236}">
                <a16:creationId xmlns:a16="http://schemas.microsoft.com/office/drawing/2014/main" id="{3E443FD7-A66B-4AA0-872D-B088B9BC5F17}"/>
              </a:ext>
            </a:extLst>
          </p:cNvPr>
          <p:cNvSpPr>
            <a:spLocks xmlns:a="http://schemas.openxmlformats.org/drawingml/2006/main" noGrp="1"/>
          </p:cNvSpPr>
          <p:nvPr/>
        </p:nvSpPr>
        <p:spPr>
          <a:xfrm xmlns:a="http://schemas.openxmlformats.org/drawingml/2006/main">
            <a:off x="1524000" y="0"/>
            <a:ext cx="9144000" cy="6858000"/>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7" name="Freeform: Shape 26">
            <a:extLst xmlns:a="http://schemas.openxmlformats.org/drawingml/2006/main">
              <a:ext uri="{FF2B5EF4-FFF2-40B4-BE49-F238E27FC236}">
                <a16:creationId xmlns:a16="http://schemas.microsoft.com/office/drawing/2014/main" id="{C04BE0EF-3561-49B4-9A29-F283168A91C7}"/>
              </a:ext>
            </a:extLst>
          </p:cNvPr>
          <p:cNvSpPr>
            <a:spLocks xmlns:a="http://schemas.openxmlformats.org/drawingml/2006/main" noGrp="1"/>
          </p:cNvSpPr>
          <p:nvPr/>
        </p:nvSpPr>
        <p:spPr>
          <a:xfrm xmlns:a="http://schemas.openxmlformats.org/drawingml/2006/main">
            <a:off x="5656780" y="851521"/>
            <a:ext cx="4638605" cy="5154967"/>
          </a:xfrm>
          <a:custGeom xmlns:a="http://schemas.openxmlformats.org/drawingml/2006/main">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xmlns:a="http://schemas.openxmlformats.org/drawingml/2006/main">
            <a:schemeClr val="tx1">
              <a:lumMod val="50000"/>
              <a:lumOff val="50000"/>
              <a:alpha val="1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42" name="Picture 4"/>
          <p:cNvPicPr>
            <a:picLocks xmlns:a="http://schemas.openxmlformats.org/drawingml/2006/main" noChangeAspect="1"/>
          </p:cNvPicPr>
          <p:nvPr/>
        </p:nvPicPr>
        <p:blipFill rotWithShape="1">
          <a:blip xmlns:r="http://schemas.openxmlformats.org/officeDocument/2006/relationships" xmlns:a="http://schemas.openxmlformats.org/drawingml/2006/main" r:embed="Rdcea77416be54f1f"/>
          <a:srcRect xmlns:a="http://schemas.openxmlformats.org/drawingml/2006/main" l="0" t="0" r="59916" b="0"/>
          <a:stretch xmlns:a="http://schemas.openxmlformats.org/drawingml/2006/main"/>
        </p:blipFill>
        <p:spPr>
          <a:xfrm xmlns:a="http://schemas.openxmlformats.org/drawingml/2006/main">
            <a:off x="6854891" y="1715881"/>
            <a:ext cx="3203509" cy="3426237"/>
          </a:xfrm>
          <a:prstGeom xmlns:a="http://schemas.openxmlformats.org/drawingml/2006/main" prst="rect">
            <a:avLst/>
          </a:prstGeom>
        </p:spPr>
      </p:pic>
      <p:sp>
        <p:nvSpPr>
          <p:cNvPr id="4" name="Subtitle 3">
            <a:extLst xmlns:a="http://schemas.openxmlformats.org/drawingml/2006/main">
              <a:ext uri="{FF2B5EF4-FFF2-40B4-BE49-F238E27FC236}">
                <a16:creationId xmlns:a16="http://schemas.microsoft.com/office/drawing/2014/main" id="{3BF51FC6-064D-4AA4-902B-4098A6AAD823}"/>
              </a:ext>
            </a:extLst>
          </p:cNvPr>
          <p:cNvSpPr>
            <a:spLocks xmlns:a="http://schemas.openxmlformats.org/drawingml/2006/main" noGrp="1"/>
          </p:cNvSpPr>
          <p:nvPr>
            <p:ph type="subTitle" idx="1"/>
          </p:nvPr>
        </p:nvSpPr>
        <p:spPr>
          <a:xfrm xmlns:a="http://schemas.openxmlformats.org/drawingml/2006/main">
            <a:off x="1245686" y="648614"/>
            <a:ext cx="8534400" cy="1752600"/>
          </a:xfrm>
        </p:spPr>
        <p:txBody>
          <a:bodyPr xmlns:a="http://schemas.openxmlformats.org/drawingml/2006/main"/>
          <a:lstStyle xmlns:a="http://schemas.openxmlformats.org/drawingml/2006/main"/>
          <a:p xmlns:a="http://schemas.openxmlformats.org/drawingml/2006/main">
            <a:endParaRPr b="1">
              <a:solidFill>
                <a:schemeClr val="tx1"/>
              </a:solidFill>
              <a:latin typeface="Times New Roman"/>
              <a:ea typeface="Times New Roman"/>
              <a:cs typeface="Times New Roman"/>
            </a:endParaRPr>
          </a:p>
          <a:p xmlns:a="http://schemas.openxmlformats.org/drawingml/2006/main">
            <a:r>
              <a:rPr b="1">
                <a:solidFill>
                  <a:schemeClr val="tx1"/>
                </a:solidFill>
                <a:latin typeface="Times New Roman"/>
                <a:ea typeface="Times New Roman"/>
                <a:cs typeface="Times New Roman"/>
              </a:rPr>
              <a:t>PARAKH</a:t>
            </a:r>
            <a:endParaRPr b="1">
              <a:solidFill>
                <a:schemeClr val="tx1"/>
              </a:solidFill>
              <a:latin typeface="Times New Roman"/>
              <a:ea typeface="Times New Roman"/>
              <a:cs typeface="Times New Roman"/>
            </a:endParaRPr>
          </a:p>
        </p:txBody>
      </p:sp>
      <p:sp>
        <p:nvSpPr>
          <p:cNvPr id="8" name="Title 7">
            <a:extLst xmlns:a="http://schemas.openxmlformats.org/drawingml/2006/main">
              <a:ext uri="{FF2B5EF4-FFF2-40B4-BE49-F238E27FC236}">
                <a16:creationId xmlns:a16="http://schemas.microsoft.com/office/drawing/2014/main" id="{13950730-CB6B-4496-9FB2-79B9B9E89D7C}"/>
              </a:ext>
            </a:extLst>
          </p:cNvPr>
          <p:cNvSpPr>
            <a:spLocks xmlns:a="http://schemas.openxmlformats.org/drawingml/2006/main" noGrp="1"/>
          </p:cNvSpPr>
          <p:nvPr>
            <p:ph type="ctrTitle" idx="0"/>
          </p:nvPr>
        </p:nvSpPr>
        <p:spPr>
          <a:xfrm xmlns:a="http://schemas.openxmlformats.org/drawingml/2006/main">
            <a:off x="331286" y="-526757"/>
            <a:ext cx="10363200" cy="2076450"/>
          </a:xfrm>
        </p:spPr>
        <p:txBody>
          <a:bodyPr xmlns:a="http://schemas.openxmlformats.org/drawingml/2006/main"/>
          <a:lstStyle xmlns:a="http://schemas.openxmlformats.org/drawingml/2006/main"/>
          <a:p xmlns:a="http://schemas.openxmlformats.org/drawingml/2006/main">
            <a:r>
              <a:rPr sz="4000" b="1">
                <a:solidFill>
                  <a:schemeClr val="tx2"/>
                </a:solidFill>
                <a:latin typeface="Garamond"/>
                <a:ea typeface="Garamond"/>
                <a:cs typeface="Garamond"/>
              </a:rPr>
              <a:t>SMART INDIA HACKATHON </a:t>
            </a:r>
            <a:r>
              <a:rPr sz="4000" b="1">
                <a:solidFill>
                  <a:schemeClr val="tx2"/>
                </a:solidFill>
                <a:latin typeface="Garamond"/>
                <a:ea typeface="Garamond"/>
                <a:cs typeface="Garamond"/>
              </a:rPr>
              <a:t>2026</a:t>
            </a:r>
            <a:endParaRPr sz="4000" b="1">
              <a:solidFill>
                <a:schemeClr val="tx2"/>
              </a:solidFill>
              <a:latin typeface="Garamond"/>
              <a:ea typeface="Garamond"/>
              <a:cs typeface="Garamond"/>
            </a:endParaRPr>
          </a:p>
        </p:txBody>
      </p:sp>
      <p:sp>
        <p:nvSpPr>
          <p:cNvPr id="10" name="TextBox 9">
            <a:extLst xmlns:a="http://schemas.openxmlformats.org/drawingml/2006/main">
              <a:ext uri="{FF2B5EF4-FFF2-40B4-BE49-F238E27FC236}">
                <a16:creationId xmlns:a16="http://schemas.microsoft.com/office/drawing/2014/main" id="{F2324B3A-9B2B-4793-9CCE-EE999127A6E9}"/>
              </a:ext>
            </a:extLst>
          </p:cNvPr>
          <p:cNvSpPr>
            <a:spLocks xmlns:a="http://schemas.openxmlformats.org/drawingml/2006/main" noGrp="1"/>
          </p:cNvSpPr>
          <p:nvPr/>
        </p:nvSpPr>
        <p:spPr>
          <a:xfrm xmlns:a="http://schemas.openxmlformats.org/drawingml/2006/main">
            <a:off x="331280" y="2143125"/>
            <a:ext cx="5924550" cy="350901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000000"/>
                </a:solidFill>
                <a:latin typeface="Arial"/>
                <a:ea typeface="Arial"/>
                <a:cs typeface="Arial"/>
              </a:defRPr>
            </a:pPr>
            <a:r>
              <a:rPr sz="1725" b="1">
                <a:solidFill>
                  <a:srgbClr val="000000"/>
                </a:solidFill>
                <a:latin typeface="Arial"/>
                <a:ea typeface="Arial"/>
                <a:cs typeface="Arial"/>
              </a:rPr>
              <a:t>Problem Statement ID – 26103</a:t>
            </a:r>
            <a:endParaRPr/>
          </a:p>
          <a:p xmlns:a="http://schemas.openxmlformats.org/drawingml/2006/main">
            <a:pPr marL="285750" indent="-285750" algn="l">
              <a:lnSpc>
                <a:spcPct val="200000"/>
              </a:lnSpc>
              <a:buFont typeface="Arial"/>
              <a:buChar char="•"/>
              <a:defRPr sz="1725" b="1">
                <a:solidFill>
                  <a:srgbClr val="000000"/>
                </a:solidFill>
                <a:latin typeface="Arial"/>
                <a:ea typeface="Arial"/>
                <a:cs typeface="Arial"/>
              </a:defRPr>
            </a:pPr>
            <a:r>
              <a:rPr sz="1725" b="1">
                <a:solidFill>
                  <a:srgbClr val="000000"/>
                </a:solidFill>
                <a:latin typeface="Arial"/>
                <a:ea typeface="Arial"/>
                <a:cs typeface="Arial"/>
              </a:rPr>
              <a:t>Problem Statement Title - Use case on web-based integrated project-monitoring platform</a:t>
            </a:r>
          </a:p>
          <a:p xmlns:a="http://schemas.openxmlformats.org/drawingml/2006/main">
            <a:pPr marL="285750" indent="-285750" algn="l">
              <a:lnSpc>
                <a:spcPct val="200000"/>
              </a:lnSpc>
              <a:buFont typeface="Arial"/>
              <a:buChar char="•"/>
              <a:defRPr sz="1725" b="1">
                <a:solidFill>
                  <a:srgbClr val="000000"/>
                </a:solidFill>
                <a:latin typeface="Arial"/>
                <a:ea typeface="Arial"/>
                <a:cs typeface="Arial"/>
              </a:defRPr>
            </a:pPr>
            <a:r>
              <a:rPr sz="1725" b="1">
                <a:solidFill>
                  <a:srgbClr val="000000"/>
                </a:solidFill>
                <a:latin typeface="Arial"/>
                <a:ea typeface="Arial"/>
                <a:cs typeface="Arial"/>
              </a:rPr>
              <a:t>Theme - Smart Automation</a:t>
            </a:r>
          </a:p>
          <a:p xmlns:a="http://schemas.openxmlformats.org/drawingml/2006/main">
            <a:pPr marL="285750" indent="-285750" algn="l">
              <a:lnSpc>
                <a:spcPct val="200000"/>
              </a:lnSpc>
              <a:buFont typeface="Arial"/>
              <a:buChar char="•"/>
              <a:defRPr sz="1725" b="1">
                <a:solidFill>
                  <a:srgbClr val="000000"/>
                </a:solidFill>
                <a:latin typeface="Arial"/>
                <a:ea typeface="Arial"/>
                <a:cs typeface="Arial"/>
              </a:defRPr>
            </a:pPr>
            <a:r>
              <a:rPr sz="1725" b="1">
                <a:solidFill>
                  <a:srgbClr val="000000"/>
                </a:solidFill>
                <a:latin typeface="Arial"/>
                <a:ea typeface="Arial"/>
                <a:cs typeface="Arial"/>
              </a:rPr>
              <a:t>PS Category - Software</a:t>
            </a:r>
          </a:p>
          <a:p xmlns:a="http://schemas.openxmlformats.org/drawingml/2006/main">
            <a:pPr marL="285750" indent="-285750" algn="l">
              <a:lnSpc>
                <a:spcPct val="200000"/>
              </a:lnSpc>
              <a:buFont typeface="Arial"/>
              <a:buChar char="•"/>
              <a:defRPr sz="1725" b="1">
                <a:solidFill>
                  <a:srgbClr val="000000"/>
                </a:solidFill>
                <a:latin typeface="Arial"/>
                <a:ea typeface="Arial"/>
                <a:cs typeface="Arial"/>
              </a:defRPr>
            </a:pPr>
            <a:r>
              <a:rPr sz="1725" b="1">
                <a:solidFill>
                  <a:srgbClr val="000000"/>
                </a:solidFill>
                <a:latin typeface="Arial"/>
                <a:ea typeface="Arial"/>
                <a:cs typeface="Arial"/>
              </a:rPr>
              <a:t>Team ID - [To be provided]</a:t>
            </a:r>
          </a:p>
          <a:p xmlns:a="http://schemas.openxmlformats.org/drawingml/2006/main">
            <a:pPr marL="285750" indent="-285750" algn="l">
              <a:lnSpc>
                <a:spcPct val="200000"/>
              </a:lnSpc>
              <a:buFont typeface="Arial"/>
              <a:buChar char="•"/>
              <a:defRPr sz="1725" b="1">
                <a:solidFill>
                  <a:srgbClr val="000000"/>
                </a:solidFill>
                <a:latin typeface="Arial"/>
                <a:ea typeface="Arial"/>
                <a:cs typeface="Arial"/>
              </a:defRPr>
            </a:pPr>
            <a:r>
              <a:rPr sz="1725" b="1">
                <a:solidFill>
                  <a:srgbClr val="000000"/>
                </a:solidFill>
                <a:latin typeface="Arial"/>
                <a:ea typeface="Arial"/>
                <a:cs typeface="Arial"/>
              </a:rPr>
              <a:t>Registered Team Name - [To be provided]</a:t>
            </a:r>
            <a:endParaRPr sz="2400" b="1">
              <a:latin typeface="Arial"/>
              <a:ea typeface="Arial"/>
              <a:cs typeface="Arial"/>
            </a:endParaRPr>
          </a:p>
        </p:txBody>
      </p:sp>
      <p:pic>
        <p:nvPicPr>
          <p:cNvPr id="46" name="Picture 1"/>
          <p:cNvPicPr>
            <a:picLocks xmlns:a="http://schemas.openxmlformats.org/drawingml/2006/main" noChangeAspect="1"/>
          </p:cNvPicPr>
          <p:nvPr/>
        </p:nvPicPr>
        <p:blipFill>
          <a:blip xmlns:r="http://schemas.openxmlformats.org/officeDocument/2006/relationships" xmlns:a="http://schemas.openxmlformats.org/drawingml/2006/main" r:embed="R7ae774f10fd346e9"/>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Tree>
    <p:extLst>
      <p:ext uri="{BB962C8B-B14F-4D97-AF65-F5344CB8AC3E}">
        <p14:creationId xmlns:p14="http://schemas.microsoft.com/office/powerpoint/2010/main" val="184708251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3225A1AF-D099-4292-B689-03A6DC781794}"/>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algn="ctr">
              <a:spcBef>
                <a:spcPts val="0"/>
              </a:spcBef>
              <a:spcAft>
                <a:spcPts val="0"/>
              </a:spcAft>
              <a:buNone/>
            </a:pPr>
            <a:endParaRPr>
              <a:solidFill>
                <a:schemeClr val="accent2">
                  <a:lumMod val="75000"/>
                </a:schemeClr>
              </a:solidFill>
              <a:latin typeface="+mn-lt"/>
              <a:ea typeface="+mn-lt"/>
              <a:cs typeface="+mn-lt"/>
            </a:endParaRPr>
          </a:p>
        </p:txBody>
      </p:sp>
      <p:sp>
        <p:nvSpPr>
          <p:cNvPr id="15361" name="Title 1">
            <a:extLst xmlns:a="http://schemas.openxmlformats.org/drawingml/2006/main">
              <a:ext uri="{FF2B5EF4-FFF2-40B4-BE49-F238E27FC236}">
                <a16:creationId xmlns:a16="http://schemas.microsoft.com/office/drawing/2014/main" id="{ABB1AFD6-8224-4248-BAD9-5520E9E91CAA}"/>
              </a:ext>
            </a:extLst>
          </p:cNvPr>
          <p:cNvSpPr>
            <a:spLocks xmlns:a="http://schemas.openxmlformats.org/drawingml/2006/main" noGrp="1"/>
          </p:cNvSpPr>
          <p:nvPr>
            <p:ph type="title" idx="0"/>
          </p:nvPr>
        </p:nvSpPr>
        <p:spPr>
          <a:xfrm xmlns:a="http://schemas.openxmlformats.org/drawingml/2006/main">
            <a:off x="182998" y="0"/>
            <a:ext cx="10972800" cy="1143000"/>
          </a:xfrm>
        </p:spPr>
        <p:txBody>
          <a:bodyPr xmlns:a="http://schemas.openxmlformats.org/drawingml/2006/main"/>
          <a:lstStyle xmlns:a="http://schemas.openxmlformats.org/drawingml/2006/main"/>
          <a:p xmlns:a="http://schemas.openxmlformats.org/drawingml/2006/main">
            <a:pPr>
              <a:buNone/>
            </a:pPr>
            <a:r>
              <a:rPr sz="3600" b="1">
                <a:latin typeface="Times New Roman"/>
                <a:ea typeface="Times New Roman"/>
                <a:cs typeface="Times New Roman"/>
              </a:rPr>
              <a:t/>
            </a:r>
            <a:br>
              <a:rPr sz="3600" b="1">
                <a:latin typeface="Times New Roman"/>
                <a:ea typeface="Times New Roman"/>
                <a:cs typeface="Times New Roman"/>
              </a:rPr>
            </a:br>
            <a:r>
              <a:rPr sz="3600" b="1">
                <a:latin typeface="Times New Roman"/>
                <a:ea typeface="Times New Roman"/>
                <a:cs typeface="Times New Roman"/>
              </a:rPr>
              <a:t>PARAKH: Evidence-led early warning</a:t>
            </a:r>
          </a:p>
        </p:txBody>
      </p:sp>
      <p:sp>
        <p:nvSpPr>
          <p:cNvPr id="15362" name="TextBox 8">
            <a:extLst xmlns:a="http://schemas.openxmlformats.org/drawingml/2006/main">
              <a:ext uri="{FF2B5EF4-FFF2-40B4-BE49-F238E27FC236}">
                <a16:creationId xmlns:a16="http://schemas.microsoft.com/office/drawing/2014/main" id="{9514D330-DFD2-4AF8-BCA9-BF96F619D221}"/>
              </a:ext>
            </a:extLst>
          </p:cNvPr>
          <p:cNvSpPr>
            <a:spLocks xmlns:a="http://schemas.openxmlformats.org/drawingml/2006/main" noGrp="1"/>
          </p:cNvSpPr>
          <p:nvPr/>
        </p:nvSpPr>
        <p:spPr>
          <a:xfrm xmlns:a="http://schemas.openxmlformats.org/drawingml/2006/main">
            <a:off x="609600" y="1295400"/>
            <a:ext cx="10972800" cy="35433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wrap="none" lIns="0" tIns="0" rIns="0" bIns="0" anchor="ctr">
            <a:normAutofit fontScale="100000"/>
          </a:bodyPr>
          <a:lstStyle xmlns:a="http://schemas.openxmlformats.org/drawingml/2006/main"/>
          <a:p xmlns:a="http://schemas.openxmlformats.org/drawingml/2006/main">
            <a:pPr marL="342900" indent="-342900" algn="l">
              <a:buFont typeface="Wingdings"/>
              <a:buChar char="v"/>
              <a:defRPr sz="1725" b="1" u="sng">
                <a:solidFill>
                  <a:srgbClr val="1F497D"/>
                </a:solidFill>
                <a:latin typeface="Arial"/>
                <a:ea typeface="Arial"/>
                <a:cs typeface="Arial"/>
              </a:defRPr>
            </a:pPr>
            <a:r>
              <a:rPr sz="1725" b="1" u="sng">
                <a:solidFill>
                  <a:srgbClr val="1F497D"/>
                </a:solidFill>
                <a:latin typeface="Arial"/>
                <a:ea typeface="Arial"/>
                <a:cs typeface="Arial"/>
              </a:rPr>
              <a:t>Proposed Solution (Describe your Idea/Solution/Prototype)</a:t>
            </a:r>
            <a:endParaRPr sz="3200" u="sng">
              <a:solidFill>
                <a:schemeClr val="tx2"/>
              </a:solidFill>
              <a:latin typeface="Arial"/>
              <a:ea typeface="Arial"/>
              <a:cs typeface="Arial"/>
            </a:endParaRPr>
          </a:p>
        </p:txBody>
      </p:sp>
      <p:sp>
        <p:nvSpPr>
          <p:cNvPr id="6" name="Slide Number Placeholder 5">
            <a:extLst xmlns:a="http://schemas.openxmlformats.org/drawingml/2006/main">
              <a:ext uri="{FF2B5EF4-FFF2-40B4-BE49-F238E27FC236}">
                <a16:creationId xmlns:a16="http://schemas.microsoft.com/office/drawing/2014/main" id="{A1C5490E-FD72-4A3B-97E3-74EB78D07ED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77C3CE7-23F7-4828-823C-E0205DF2CF97}" type="slidenum">
              <a:rPr b="1">
                <a:solidFill>
                  <a:schemeClr val="bg1"/>
                </a:solidFill>
              </a:rPr>
              <a:t>2</a:t>
            </a:fld>
            <a:endParaRPr b="1">
              <a:solidFill>
                <a:schemeClr val="bg1"/>
              </a:solidFill>
            </a:endParaRPr>
          </a:p>
        </p:txBody>
      </p:sp>
      <p:sp>
        <p:nvSpPr>
          <p:cNvPr id="7" name="Footer Placeholder 6">
            <a:extLst xmlns:a="http://schemas.openxmlformats.org/drawingml/2006/main">
              <a:ext uri="{FF2B5EF4-FFF2-40B4-BE49-F238E27FC236}">
                <a16:creationId xmlns:a16="http://schemas.microsoft.com/office/drawing/2014/main" id="{DC6A90E6-60AC-45A2-A256-4300EC41E5DC}"/>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a:buNone/>
            </a:pPr>
            <a:r>
              <a:rPr>
                <a:solidFill>
                  <a:schemeClr val="bg1"/>
                </a:solidFill>
              </a:rPr>
              <a:t>SIH 2026 • PS 26103</a:t>
            </a:r>
            <a:endParaRPr>
              <a:solidFill>
                <a:schemeClr val="bg1"/>
              </a:solidFill>
            </a:endParaRPr>
          </a:p>
        </p:txBody>
      </p:sp>
      <p:sp>
        <p:nvSpPr>
          <p:cNvPr id="10" name="Oval 9">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25185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a:solidFill>
                  <a:srgbClr val="000000"/>
                </a:solidFill>
                <a:latin typeface="Arial"/>
                <a:ea typeface="Arial"/>
                <a:cs typeface="Arial"/>
              </a:defRPr>
            </a:pPr>
            <a:r>
              <a:rPr sz="1125">
                <a:solidFill>
                  <a:srgbClr val="000000"/>
                </a:solidFill>
                <a:latin typeface="Arial"/>
                <a:ea typeface="Arial"/>
                <a:cs typeface="Arial"/>
              </a:rPr>
              <a:t>[TEAM]</a:t>
            </a:r>
            <a:endParaRPr/>
          </a:p>
        </p:txBody>
      </p:sp>
      <p:pic>
        <p:nvPicPr>
          <p:cNvPr id="15381" name="Picture 10"/>
          <p:cNvPicPr>
            <a:picLocks xmlns:a="http://schemas.openxmlformats.org/drawingml/2006/main" noChangeAspect="1"/>
          </p:cNvPicPr>
          <p:nvPr/>
        </p:nvPicPr>
        <p:blipFill>
          <a:blip xmlns:r="http://schemas.openxmlformats.org/officeDocument/2006/relationships" xmlns:a="http://schemas.openxmlformats.org/drawingml/2006/main" r:embed="Ra02e47d93c5b4c27"/>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15364" name="idea-summary">
            <a:extLst xmlns:a="http://schemas.openxmlformats.org/drawingml/2006/main">
              <a:ext uri="{FF2B5EF4-FFF2-40B4-BE49-F238E27FC236}">
                <a16:creationId xmlns:a16="http://schemas.microsoft.com/office/drawing/2014/main" id="{FE64DDE8-C9ED-40F2-ABB0-732B9CA8DF00}"/>
              </a:ext>
            </a:extLst>
          </p:cNvPr>
          <p:cNvSpPr>
            <a:spLocks xmlns:a="http://schemas.openxmlformats.org/drawingml/2006/main" noGrp="1"/>
          </p:cNvSpPr>
          <p:nvPr/>
        </p:nvSpPr>
        <p:spPr>
          <a:xfrm xmlns:a="http://schemas.openxmlformats.org/drawingml/2006/main">
            <a:off x="609600" y="1924050"/>
            <a:ext cx="523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13">
                <a:solidFill>
                  <a:srgbClr val="242424"/>
                </a:solidFill>
                <a:latin typeface="Arial"/>
                <a:ea typeface="Arial"/>
                <a:cs typeface="Arial"/>
              </a:defRPr>
            </a:pPr>
            <a:r>
              <a:rPr sz="1613">
                <a:solidFill>
                  <a:srgbClr val="242424"/>
                </a:solidFill>
                <a:latin typeface="Arial"/>
                <a:ea typeface="Arial"/>
                <a:cs typeface="Arial"/>
              </a:rPr>
              <a:t>PARAKH turns monthly PAIMANA Flash Reports into a searchable project portfolio. A transparent rule score describes current signals; experimental models estimate cost or schedule changes by the next report.</a:t>
            </a:r>
          </a:p>
        </p:txBody>
      </p:sp>
      <p:sp>
        <p:nvSpPr>
          <p:cNvPr id="15365" name="audience-label">
            <a:extLst xmlns:a="http://schemas.openxmlformats.org/drawingml/2006/main">
              <a:ext uri="{FF2B5EF4-FFF2-40B4-BE49-F238E27FC236}">
                <a16:creationId xmlns:a16="http://schemas.microsoft.com/office/drawing/2014/main" id="{CE295C9B-94DB-4D23-A681-06F20EFBC71B}"/>
              </a:ext>
            </a:extLst>
          </p:cNvPr>
          <p:cNvSpPr>
            <a:spLocks xmlns:a="http://schemas.openxmlformats.org/drawingml/2006/main" noGrp="1"/>
          </p:cNvSpPr>
          <p:nvPr/>
        </p:nvSpPr>
        <p:spPr>
          <a:xfrm xmlns:a="http://schemas.openxmlformats.org/drawingml/2006/main">
            <a:off x="609600" y="3124200"/>
            <a:ext cx="5219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1F497D"/>
                </a:solidFill>
                <a:latin typeface="Arial"/>
                <a:ea typeface="Arial"/>
                <a:cs typeface="Arial"/>
              </a:defRPr>
            </a:pPr>
            <a:r>
              <a:rPr sz="1350" b="1">
                <a:solidFill>
                  <a:srgbClr val="1F497D"/>
                </a:solidFill>
                <a:latin typeface="Arial"/>
                <a:ea typeface="Arial"/>
                <a:cs typeface="Arial"/>
              </a:rPr>
              <a:t>WHO USES IT</a:t>
            </a:r>
          </a:p>
        </p:txBody>
      </p:sp>
      <p:sp>
        <p:nvSpPr>
          <p:cNvPr id="15366" name="audience-detail">
            <a:extLst xmlns:a="http://schemas.openxmlformats.org/drawingml/2006/main">
              <a:ext uri="{FF2B5EF4-FFF2-40B4-BE49-F238E27FC236}">
                <a16:creationId xmlns:a16="http://schemas.microsoft.com/office/drawing/2014/main" id="{912C8B4F-B502-4C8E-9BCE-75E7E99D0E36}"/>
              </a:ext>
            </a:extLst>
          </p:cNvPr>
          <p:cNvSpPr>
            <a:spLocks xmlns:a="http://schemas.openxmlformats.org/drawingml/2006/main" noGrp="1"/>
          </p:cNvSpPr>
          <p:nvPr/>
        </p:nvSpPr>
        <p:spPr>
          <a:xfrm xmlns:a="http://schemas.openxmlformats.org/drawingml/2006/main">
            <a:off x="609600" y="3381375"/>
            <a:ext cx="5219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a:solidFill>
                  <a:srgbClr val="202020"/>
                </a:solidFill>
                <a:latin typeface="Arial"/>
                <a:ea typeface="Arial"/>
                <a:cs typeface="Arial"/>
              </a:defRPr>
            </a:pPr>
            <a:r>
              <a:rPr sz="1500">
                <a:solidFill>
                  <a:srgbClr val="202020"/>
                </a:solidFill>
                <a:latin typeface="Arial"/>
                <a:ea typeface="Arial"/>
                <a:cs typeface="Arial"/>
              </a:rPr>
              <a:t>MoSPI/IPMD analysts • line ministry reviewers • project administrators</a:t>
            </a:r>
          </a:p>
        </p:txBody>
      </p:sp>
      <p:sp>
        <p:nvSpPr>
          <p:cNvPr id="15367" name="prototype-label">
            <a:extLst xmlns:a="http://schemas.openxmlformats.org/drawingml/2006/main">
              <a:ext uri="{FF2B5EF4-FFF2-40B4-BE49-F238E27FC236}">
                <a16:creationId xmlns:a16="http://schemas.microsoft.com/office/drawing/2014/main" id="{7510F740-81D6-4209-9F19-4E9F34C375C5}"/>
              </a:ext>
            </a:extLst>
          </p:cNvPr>
          <p:cNvSpPr>
            <a:spLocks xmlns:a="http://schemas.openxmlformats.org/drawingml/2006/main" noGrp="1"/>
          </p:cNvSpPr>
          <p:nvPr/>
        </p:nvSpPr>
        <p:spPr>
          <a:xfrm xmlns:a="http://schemas.openxmlformats.org/drawingml/2006/main">
            <a:off x="609600" y="3990975"/>
            <a:ext cx="5219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1F497D"/>
                </a:solidFill>
                <a:latin typeface="Arial"/>
                <a:ea typeface="Arial"/>
                <a:cs typeface="Arial"/>
              </a:defRPr>
            </a:pPr>
            <a:r>
              <a:rPr sz="1350" b="1">
                <a:solidFill>
                  <a:srgbClr val="1F497D"/>
                </a:solidFill>
                <a:latin typeface="Arial"/>
                <a:ea typeface="Arial"/>
                <a:cs typeface="Arial"/>
              </a:rPr>
              <a:t>PROTOTYPE TODAY</a:t>
            </a:r>
          </a:p>
        </p:txBody>
      </p:sp>
      <p:sp>
        <p:nvSpPr>
          <p:cNvPr id="15368" name="prototype-detail">
            <a:extLst xmlns:a="http://schemas.openxmlformats.org/drawingml/2006/main">
              <a:ext uri="{FF2B5EF4-FFF2-40B4-BE49-F238E27FC236}">
                <a16:creationId xmlns:a16="http://schemas.microsoft.com/office/drawing/2014/main" id="{39D20755-5D37-49DE-8357-C069F14E5F55}"/>
              </a:ext>
            </a:extLst>
          </p:cNvPr>
          <p:cNvSpPr>
            <a:spLocks xmlns:a="http://schemas.openxmlformats.org/drawingml/2006/main" noGrp="1"/>
          </p:cNvSpPr>
          <p:nvPr/>
        </p:nvSpPr>
        <p:spPr>
          <a:xfrm xmlns:a="http://schemas.openxmlformats.org/drawingml/2006/main">
            <a:off x="609600" y="4248150"/>
            <a:ext cx="5219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a:solidFill>
                  <a:srgbClr val="202020"/>
                </a:solidFill>
                <a:latin typeface="Arial"/>
                <a:ea typeface="Arial"/>
                <a:cs typeface="Arial"/>
              </a:defRPr>
            </a:pPr>
            <a:r>
              <a:rPr sz="1500">
                <a:solidFill>
                  <a:srgbClr val="202020"/>
                </a:solidFill>
                <a:latin typeface="Arial"/>
                <a:ea typeface="Arial"/>
                <a:cs typeface="Arial"/>
              </a:rPr>
              <a:t>Four reports (Apr–Jul 2026); the July snapshot contains 1,775 projects.</a:t>
            </a:r>
          </a:p>
        </p:txBody>
      </p:sp>
      <p:sp>
        <p:nvSpPr>
          <p:cNvPr id="15369" name="roadmap-label">
            <a:extLst xmlns:a="http://schemas.openxmlformats.org/drawingml/2006/main">
              <a:ext uri="{FF2B5EF4-FFF2-40B4-BE49-F238E27FC236}">
                <a16:creationId xmlns:a16="http://schemas.microsoft.com/office/drawing/2014/main" id="{B828592A-58A3-4C64-8B9A-D31AC8E5DB1D}"/>
              </a:ext>
            </a:extLst>
          </p:cNvPr>
          <p:cNvSpPr>
            <a:spLocks xmlns:a="http://schemas.openxmlformats.org/drawingml/2006/main" noGrp="1"/>
          </p:cNvSpPr>
          <p:nvPr/>
        </p:nvSpPr>
        <p:spPr>
          <a:xfrm xmlns:a="http://schemas.openxmlformats.org/drawingml/2006/main">
            <a:off x="609600" y="4819650"/>
            <a:ext cx="5219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1F497D"/>
                </a:solidFill>
                <a:latin typeface="Arial"/>
                <a:ea typeface="Arial"/>
                <a:cs typeface="Arial"/>
              </a:defRPr>
            </a:pPr>
            <a:r>
              <a:rPr sz="1350" b="1">
                <a:solidFill>
                  <a:srgbClr val="1F497D"/>
                </a:solidFill>
                <a:latin typeface="Arial"/>
                <a:ea typeface="Arial"/>
                <a:cs typeface="Arial"/>
              </a:rPr>
              <a:t>NEXT BUILD</a:t>
            </a:r>
          </a:p>
        </p:txBody>
      </p:sp>
      <p:sp>
        <p:nvSpPr>
          <p:cNvPr id="15370" name="roadmap-detail">
            <a:extLst xmlns:a="http://schemas.openxmlformats.org/drawingml/2006/main">
              <a:ext uri="{FF2B5EF4-FFF2-40B4-BE49-F238E27FC236}">
                <a16:creationId xmlns:a16="http://schemas.microsoft.com/office/drawing/2014/main" id="{3FE4D717-E3E1-42C0-878F-3D7D7477A602}"/>
              </a:ext>
            </a:extLst>
          </p:cNvPr>
          <p:cNvSpPr>
            <a:spLocks xmlns:a="http://schemas.openxmlformats.org/drawingml/2006/main" noGrp="1"/>
          </p:cNvSpPr>
          <p:nvPr/>
        </p:nvSpPr>
        <p:spPr>
          <a:xfrm xmlns:a="http://schemas.openxmlformats.org/drawingml/2006/main">
            <a:off x="609600" y="5076825"/>
            <a:ext cx="52197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a:solidFill>
                  <a:srgbClr val="202020"/>
                </a:solidFill>
                <a:latin typeface="Arial"/>
                <a:ea typeface="Arial"/>
                <a:cs typeface="Arial"/>
              </a:defRPr>
            </a:pPr>
            <a:r>
              <a:rPr sz="1500">
                <a:solidFill>
                  <a:srgbClr val="202020"/>
                </a:solidFill>
                <a:latin typeface="Arial"/>
                <a:ea typeface="Arial"/>
                <a:cs typeface="Arial"/>
              </a:rPr>
              <a:t>Automatic quality gate, source-page evidence, and a human review queue.</a:t>
            </a:r>
          </a:p>
        </p:txBody>
      </p:sp>
      <p:sp>
        <p:nvSpPr>
          <p:cNvPr id="15371" name="prototype-screenshot-label">
            <a:extLst xmlns:a="http://schemas.openxmlformats.org/drawingml/2006/main">
              <a:ext uri="{FF2B5EF4-FFF2-40B4-BE49-F238E27FC236}">
                <a16:creationId xmlns:a16="http://schemas.microsoft.com/office/drawing/2014/main" id="{10D19732-DE08-4204-9B43-1AE29A5B288C}"/>
              </a:ext>
            </a:extLst>
          </p:cNvPr>
          <p:cNvSpPr>
            <a:spLocks xmlns:a="http://schemas.openxmlformats.org/drawingml/2006/main" noGrp="1"/>
          </p:cNvSpPr>
          <p:nvPr/>
        </p:nvSpPr>
        <p:spPr>
          <a:xfrm xmlns:a="http://schemas.openxmlformats.org/drawingml/2006/main">
            <a:off x="6334125" y="1562100"/>
            <a:ext cx="519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38" b="1">
                <a:solidFill>
                  <a:srgbClr val="1F497D"/>
                </a:solidFill>
                <a:latin typeface="Arial"/>
                <a:ea typeface="Arial"/>
                <a:cs typeface="Arial"/>
              </a:defRPr>
            </a:pPr>
            <a:r>
              <a:rPr sz="1238" b="1">
                <a:solidFill>
                  <a:srgbClr val="1F497D"/>
                </a:solidFill>
                <a:latin typeface="Arial"/>
                <a:ea typeface="Arial"/>
                <a:cs typeface="Arial"/>
              </a:rPr>
              <a:t>CURRENT PROJECT EXPLORER • JULY 2026</a:t>
            </a:r>
          </a:p>
        </p:txBody>
      </p:sp>
      <p:sp>
        <p:nvSpPr>
          <p:cNvPr id="15372" name="prototype-screenshot-frame">
            <a:extLst xmlns:a="http://schemas.openxmlformats.org/drawingml/2006/main">
              <a:ext uri="{FF2B5EF4-FFF2-40B4-BE49-F238E27FC236}">
                <a16:creationId xmlns:a16="http://schemas.microsoft.com/office/drawing/2014/main" id="{0D5F3E76-803A-4DDA-B0B8-6490F2A67B09}"/>
              </a:ext>
            </a:extLst>
          </p:cNvPr>
          <p:cNvSpPr>
            <a:spLocks xmlns:a="http://schemas.openxmlformats.org/drawingml/2006/main" noGrp="1"/>
          </p:cNvSpPr>
          <p:nvPr/>
        </p:nvSpPr>
        <p:spPr>
          <a:xfrm xmlns:a="http://schemas.openxmlformats.org/drawingml/2006/main">
            <a:off x="6296025" y="1819275"/>
            <a:ext cx="5286375" cy="3371850"/>
          </a:xfrm>
          <a:prstGeom xmlns:a="http://schemas.openxmlformats.org/drawingml/2006/main" prst="rect">
            <a:avLst/>
          </a:prstGeom>
          <a:solidFill xmlns:a="http://schemas.openxmlformats.org/drawingml/2006/main">
            <a:srgbClr val="FFFFFF"/>
          </a:solidFill>
          <a:ln xmlns:a="http://schemas.openxmlformats.org/drawingml/2006/main" w="9525">
            <a:solidFill>
              <a:srgbClr val="B7C8D8"/>
            </a:solidFill>
            <a:prstDash val="solid"/>
          </a:ln>
        </p:spPr>
      </p:sp>
      <p:pic>
        <p:nvPicPr>
          <p:cNvPr id="15391" name=""/>
          <p:cNvPicPr>
            <a:picLocks xmlns:a="http://schemas.openxmlformats.org/drawingml/2006/main" noChangeAspect="1"/>
          </p:cNvPicPr>
          <p:nvPr/>
        </p:nvPicPr>
        <p:blipFill>
          <a:blip xmlns:r="http://schemas.openxmlformats.org/officeDocument/2006/relationships" xmlns:a="http://schemas.openxmlformats.org/drawingml/2006/main" r:embed="R47c0b05452d549bc"/>
          <a:srcRect xmlns:a="http://schemas.openxmlformats.org/drawingml/2006/main" l="384" t="0" r="384" b="0"/>
          <a:stretch xmlns:a="http://schemas.openxmlformats.org/drawingml/2006/main">
            <a:fillRect l="0" t="0" r="0" b="0"/>
          </a:stretch>
        </p:blipFill>
        <p:spPr>
          <a:xfrm xmlns:a="http://schemas.openxmlformats.org/drawingml/2006/main">
            <a:off x="6353175" y="1876425"/>
            <a:ext cx="5172075" cy="3257550"/>
          </a:xfrm>
          <a:prstGeom xmlns:a="http://schemas.openxmlformats.org/drawingml/2006/main" prst="rect">
            <a:avLst/>
          </a:prstGeom>
        </p:spPr>
      </p:pic>
      <p:sp>
        <p:nvSpPr>
          <p:cNvPr id="15374" name="prototype-screenshot-caption">
            <a:extLst xmlns:a="http://schemas.openxmlformats.org/drawingml/2006/main">
              <a:ext uri="{FF2B5EF4-FFF2-40B4-BE49-F238E27FC236}">
                <a16:creationId xmlns:a16="http://schemas.microsoft.com/office/drawing/2014/main" id="{019F4A49-53FD-4C95-96D8-E64F9A0B9261}"/>
              </a:ext>
            </a:extLst>
          </p:cNvPr>
          <p:cNvSpPr>
            <a:spLocks xmlns:a="http://schemas.openxmlformats.org/drawingml/2006/main" noGrp="1"/>
          </p:cNvSpPr>
          <p:nvPr/>
        </p:nvSpPr>
        <p:spPr>
          <a:xfrm xmlns:a="http://schemas.openxmlformats.org/drawingml/2006/main">
            <a:off x="6353175" y="5238750"/>
            <a:ext cx="51720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38">
                <a:solidFill>
                  <a:srgbClr val="424242"/>
                </a:solidFill>
                <a:latin typeface="Arial"/>
                <a:ea typeface="Arial"/>
                <a:cs typeface="Arial"/>
              </a:defRPr>
            </a:pPr>
            <a:r>
              <a:rPr sz="1238">
                <a:solidFill>
                  <a:srgbClr val="424242"/>
                </a:solidFill>
                <a:latin typeface="Arial"/>
                <a:ea typeface="Arial"/>
                <a:cs typeface="Arial"/>
              </a:rPr>
              <a:t>Working screen: search, filters, project measures and rule score. Model estimates remain experimental.</a:t>
            </a:r>
          </a:p>
        </p:txBody>
      </p:sp>
    </p:spTree>
    <p:extLst>
      <p:ext uri="{BB962C8B-B14F-4D97-AF65-F5344CB8AC3E}">
        <p14:creationId xmlns:p14="http://schemas.microsoft.com/office/powerpoint/2010/main" val="128567333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algn="ctr">
              <a:spcBef>
                <a:spcPts val="0"/>
              </a:spcBef>
              <a:spcAft>
                <a:spcPts val="0"/>
              </a:spcAft>
              <a:buNone/>
            </a:pPr>
            <a:endParaRPr>
              <a:solidFill>
                <a:schemeClr val="accent2">
                  <a:lumMod val="75000"/>
                </a:schemeClr>
              </a:solidFill>
              <a:latin typeface="+mn-lt"/>
              <a:ea typeface="+mn-lt"/>
              <a:cs typeface="+mn-lt"/>
            </a:endParaRPr>
          </a:p>
        </p:txBody>
      </p:sp>
      <p:sp>
        <p:nvSpPr>
          <p:cNvPr id="17409" name="Title 1">
            <a:extLst xmlns:a="http://schemas.openxmlformats.org/drawingml/2006/main">
              <a:ext uri="{FF2B5EF4-FFF2-40B4-BE49-F238E27FC236}">
                <a16:creationId xmlns:a16="http://schemas.microsoft.com/office/drawing/2014/main" id="{09C826E5-56B3-4191-BD16-CF958F8A7B9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pPr>
              <a:buNone/>
            </a:pPr>
            <a:r>
              <a:rPr sz="3600" b="1">
                <a:latin typeface="Times New Roman"/>
                <a:ea typeface="Times New Roman"/>
                <a:cs typeface="Times New Roman"/>
              </a:rPr>
              <a:t>TECHNICAL APPROACH</a:t>
            </a:r>
          </a:p>
        </p:txBody>
      </p:sp>
      <p:sp>
        <p:nvSpPr>
          <p:cNvPr id="17410" name="TextBox 8">
            <a:extLst xmlns:a="http://schemas.openxmlformats.org/drawingml/2006/main">
              <a:ext uri="{FF2B5EF4-FFF2-40B4-BE49-F238E27FC236}">
                <a16:creationId xmlns:a16="http://schemas.microsoft.com/office/drawing/2014/main" id="{C4A36F69-2591-4497-92CC-AECBB15F9A8E}"/>
              </a:ext>
            </a:extLst>
          </p:cNvPr>
          <p:cNvSpPr>
            <a:spLocks xmlns:a="http://schemas.openxmlformats.org/drawingml/2006/main" noGrp="1"/>
          </p:cNvSpPr>
          <p:nvPr/>
        </p:nvSpPr>
        <p:spPr>
          <a:xfrm xmlns:a="http://schemas.openxmlformats.org/drawingml/2006/main">
            <a:off x="609600" y="2533653"/>
            <a:ext cx="9385300" cy="51816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wrap="square">
            <a:spAutoFit/>
          </a:bodyPr>
          <a:lstStyle xmlns:a="http://schemas.openxmlformats.org/drawingml/2006/main"/>
          <a:p xmlns:a="http://schemas.openxmlformats.org/drawingml/2006/main">
            <a:pPr marL="342900" indent="-342900" algn="just">
              <a:buFont typeface="Arial"/>
              <a:buChar char="•"/>
            </a:pPr>
            <a:r>
              <a:rPr sz="2800">
                <a:latin typeface="Arial"/>
                <a:ea typeface="Arial"/>
                <a:cs typeface="Arial"/>
              </a:rPr>
              <a:t/>
            </a:r>
          </a:p>
        </p:txBody>
      </p:sp>
      <p:sp>
        <p:nvSpPr>
          <p:cNvPr id="6" name="Slide Number Placeholder 5">
            <a:extLst xmlns:a="http://schemas.openxmlformats.org/drawingml/2006/main">
              <a:ext uri="{FF2B5EF4-FFF2-40B4-BE49-F238E27FC236}">
                <a16:creationId xmlns:a16="http://schemas.microsoft.com/office/drawing/2014/main" id="{3ADB83B8-AD59-4796-9E37-3846AE04980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77C3CE7-23F7-4828-823C-E0205DF2CF97}" type="slidenum">
              <a:rPr b="1">
                <a:solidFill>
                  <a:schemeClr val="bg1"/>
                </a:solidFill>
              </a:rPr>
              <a:t>3</a:t>
            </a:fld>
            <a:endParaRPr b="1">
              <a:solidFill>
                <a:schemeClr val="bg1"/>
              </a:solidFill>
            </a:endParaRPr>
          </a:p>
        </p:txBody>
      </p:sp>
      <p:sp>
        <p:nvSpPr>
          <p:cNvPr id="7" name="Footer Placeholder 6">
            <a:extLst xmlns:a="http://schemas.openxmlformats.org/drawingml/2006/main">
              <a:ext uri="{FF2B5EF4-FFF2-40B4-BE49-F238E27FC236}">
                <a16:creationId xmlns:a16="http://schemas.microsoft.com/office/drawing/2014/main" id="{1D2663FB-CB9E-4D44-A9C2-FA2874008AC5}"/>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a:buNone/>
            </a:pPr>
            <a:r>
              <a:rPr>
                <a:solidFill>
                  <a:schemeClr val="bg1"/>
                </a:solidFill>
              </a:rPr>
              <a:t>SIH 2026 • PS 26103</a:t>
            </a:r>
            <a:endParaRPr>
              <a:solidFill>
                <a:schemeClr val="bg1"/>
              </a:solidFill>
            </a:endParaRPr>
          </a:p>
        </p:txBody>
      </p:sp>
      <p:sp>
        <p:nvSpPr>
          <p:cNvPr id="11" name="Oval 10">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25185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a:solidFill>
                  <a:srgbClr val="000000"/>
                </a:solidFill>
                <a:latin typeface="Arial"/>
                <a:ea typeface="Arial"/>
                <a:cs typeface="Arial"/>
              </a:defRPr>
            </a:pPr>
            <a:r>
              <a:rPr sz="1125">
                <a:solidFill>
                  <a:srgbClr val="000000"/>
                </a:solidFill>
                <a:latin typeface="Arial"/>
                <a:ea typeface="Arial"/>
                <a:cs typeface="Arial"/>
              </a:rPr>
              <a:t>[TEAM]</a:t>
            </a:r>
            <a:endParaRPr/>
          </a:p>
        </p:txBody>
      </p:sp>
      <p:pic>
        <p:nvPicPr>
          <p:cNvPr id="17447" name="Picture 11"/>
          <p:cNvPicPr>
            <a:picLocks xmlns:a="http://schemas.openxmlformats.org/drawingml/2006/main" noChangeAspect="1"/>
          </p:cNvPicPr>
          <p:nvPr/>
        </p:nvPicPr>
        <p:blipFill>
          <a:blip xmlns:r="http://schemas.openxmlformats.org/officeDocument/2006/relationships" xmlns:a="http://schemas.openxmlformats.org/drawingml/2006/main" r:embed="Rd6d2244cd7dc4628"/>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17412" name="flow-reports-surface">
            <a:extLst xmlns:a="http://schemas.openxmlformats.org/drawingml/2006/main">
              <a:ext uri="{FF2B5EF4-FFF2-40B4-BE49-F238E27FC236}">
                <a16:creationId xmlns:a16="http://schemas.microsoft.com/office/drawing/2014/main" id="{5CE2F243-33F3-4BF3-84F7-449DB790D510}"/>
              </a:ext>
            </a:extLst>
          </p:cNvPr>
          <p:cNvSpPr>
            <a:spLocks xmlns:a="http://schemas.openxmlformats.org/drawingml/2006/main" noGrp="1"/>
          </p:cNvSpPr>
          <p:nvPr/>
        </p:nvSpPr>
        <p:spPr>
          <a:xfrm xmlns:a="http://schemas.openxmlformats.org/drawingml/2006/main">
            <a:off x="666750" y="1381125"/>
            <a:ext cx="1943100" cy="1000125"/>
          </a:xfrm>
          <a:prstGeom xmlns:a="http://schemas.openxmlformats.org/drawingml/2006/main" prst="rect">
            <a:avLst/>
          </a:prstGeom>
          <a:solidFill xmlns:a="http://schemas.openxmlformats.org/drawingml/2006/main">
            <a:srgbClr val="F4F7FA"/>
          </a:solidFill>
          <a:ln xmlns:a="http://schemas.openxmlformats.org/drawingml/2006/main" w="9525">
            <a:solidFill>
              <a:srgbClr val="AFC4D6"/>
            </a:solidFill>
            <a:prstDash val="solid"/>
          </a:ln>
        </p:spPr>
      </p:sp>
      <p:sp>
        <p:nvSpPr>
          <p:cNvPr id="17413" name="flow-reports-heading">
            <a:extLst xmlns:a="http://schemas.openxmlformats.org/drawingml/2006/main">
              <a:ext uri="{FF2B5EF4-FFF2-40B4-BE49-F238E27FC236}">
                <a16:creationId xmlns:a16="http://schemas.microsoft.com/office/drawing/2014/main" id="{65AE45E7-F28F-4447-B2AB-FC5B508C304C}"/>
              </a:ext>
            </a:extLst>
          </p:cNvPr>
          <p:cNvSpPr>
            <a:spLocks xmlns:a="http://schemas.openxmlformats.org/drawingml/2006/main" noGrp="1"/>
          </p:cNvSpPr>
          <p:nvPr/>
        </p:nvSpPr>
        <p:spPr>
          <a:xfrm xmlns:a="http://schemas.openxmlformats.org/drawingml/2006/main">
            <a:off x="752475" y="1495425"/>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1F497D"/>
                </a:solidFill>
                <a:latin typeface="Arial"/>
                <a:ea typeface="Arial"/>
                <a:cs typeface="Arial"/>
              </a:defRPr>
            </a:pPr>
            <a:r>
              <a:rPr sz="1425" b="1">
                <a:solidFill>
                  <a:srgbClr val="1F497D"/>
                </a:solidFill>
                <a:latin typeface="Arial"/>
                <a:ea typeface="Arial"/>
                <a:cs typeface="Arial"/>
              </a:rPr>
              <a:t>PAIMANA REPORTS</a:t>
            </a:r>
          </a:p>
        </p:txBody>
      </p:sp>
      <p:sp>
        <p:nvSpPr>
          <p:cNvPr id="17414" name="flow-reports-detail">
            <a:extLst xmlns:a="http://schemas.openxmlformats.org/drawingml/2006/main">
              <a:ext uri="{FF2B5EF4-FFF2-40B4-BE49-F238E27FC236}">
                <a16:creationId xmlns:a16="http://schemas.microsoft.com/office/drawing/2014/main" id="{AE9CF82C-1EC2-4A0D-B1A6-36F88DC8CDB4}"/>
              </a:ext>
            </a:extLst>
          </p:cNvPr>
          <p:cNvSpPr>
            <a:spLocks xmlns:a="http://schemas.openxmlformats.org/drawingml/2006/main" noGrp="1"/>
          </p:cNvSpPr>
          <p:nvPr/>
        </p:nvSpPr>
        <p:spPr>
          <a:xfrm xmlns:a="http://schemas.openxmlformats.org/drawingml/2006/main">
            <a:off x="752475" y="1781175"/>
            <a:ext cx="17716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4 monthly PDFs</a:t>
            </a:r>
          </a:p>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Apr–Jul 2026</a:t>
            </a:r>
          </a:p>
        </p:txBody>
      </p:sp>
      <p:sp>
        <p:nvSpPr>
          <p:cNvPr id="17415" name="flow-extract-surface">
            <a:extLst xmlns:a="http://schemas.openxmlformats.org/drawingml/2006/main">
              <a:ext uri="{FF2B5EF4-FFF2-40B4-BE49-F238E27FC236}">
                <a16:creationId xmlns:a16="http://schemas.microsoft.com/office/drawing/2014/main" id="{CF965453-1D2D-48D7-A5F7-A8CB323D899E}"/>
              </a:ext>
            </a:extLst>
          </p:cNvPr>
          <p:cNvSpPr>
            <a:spLocks xmlns:a="http://schemas.openxmlformats.org/drawingml/2006/main" noGrp="1"/>
          </p:cNvSpPr>
          <p:nvPr/>
        </p:nvSpPr>
        <p:spPr>
          <a:xfrm xmlns:a="http://schemas.openxmlformats.org/drawingml/2006/main">
            <a:off x="2895600" y="1381125"/>
            <a:ext cx="1943100" cy="1000125"/>
          </a:xfrm>
          <a:prstGeom xmlns:a="http://schemas.openxmlformats.org/drawingml/2006/main" prst="rect">
            <a:avLst/>
          </a:prstGeom>
          <a:solidFill xmlns:a="http://schemas.openxmlformats.org/drawingml/2006/main">
            <a:srgbClr val="F4F7FA"/>
          </a:solidFill>
          <a:ln xmlns:a="http://schemas.openxmlformats.org/drawingml/2006/main" w="9525">
            <a:solidFill>
              <a:srgbClr val="AFC4D6"/>
            </a:solidFill>
            <a:prstDash val="solid"/>
          </a:ln>
        </p:spPr>
      </p:sp>
      <p:sp>
        <p:nvSpPr>
          <p:cNvPr id="17416" name="flow-extract-heading">
            <a:extLst xmlns:a="http://schemas.openxmlformats.org/drawingml/2006/main">
              <a:ext uri="{FF2B5EF4-FFF2-40B4-BE49-F238E27FC236}">
                <a16:creationId xmlns:a16="http://schemas.microsoft.com/office/drawing/2014/main" id="{29631BFD-91C5-48AD-A050-6B49661D0650}"/>
              </a:ext>
            </a:extLst>
          </p:cNvPr>
          <p:cNvSpPr>
            <a:spLocks xmlns:a="http://schemas.openxmlformats.org/drawingml/2006/main" noGrp="1"/>
          </p:cNvSpPr>
          <p:nvPr/>
        </p:nvSpPr>
        <p:spPr>
          <a:xfrm xmlns:a="http://schemas.openxmlformats.org/drawingml/2006/main">
            <a:off x="2981325" y="1495425"/>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1F497D"/>
                </a:solidFill>
                <a:latin typeface="Arial"/>
                <a:ea typeface="Arial"/>
                <a:cs typeface="Arial"/>
              </a:defRPr>
            </a:pPr>
            <a:r>
              <a:rPr sz="1425" b="1">
                <a:solidFill>
                  <a:srgbClr val="1F497D"/>
                </a:solidFill>
                <a:latin typeface="Arial"/>
                <a:ea typeface="Arial"/>
                <a:cs typeface="Arial"/>
              </a:rPr>
              <a:t>EXTRACT + CLEAN</a:t>
            </a:r>
          </a:p>
        </p:txBody>
      </p:sp>
      <p:sp>
        <p:nvSpPr>
          <p:cNvPr id="17417" name="flow-extract-detail">
            <a:extLst xmlns:a="http://schemas.openxmlformats.org/drawingml/2006/main">
              <a:ext uri="{FF2B5EF4-FFF2-40B4-BE49-F238E27FC236}">
                <a16:creationId xmlns:a16="http://schemas.microsoft.com/office/drawing/2014/main" id="{6C17C2CB-B3AB-4AC5-BA78-00317088B3C2}"/>
              </a:ext>
            </a:extLst>
          </p:cNvPr>
          <p:cNvSpPr>
            <a:spLocks xmlns:a="http://schemas.openxmlformats.org/drawingml/2006/main" noGrp="1"/>
          </p:cNvSpPr>
          <p:nvPr/>
        </p:nvSpPr>
        <p:spPr>
          <a:xfrm xmlns:a="http://schemas.openxmlformats.org/drawingml/2006/main">
            <a:off x="2981325" y="1781175"/>
            <a:ext cx="17716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pdfplumber</a:t>
            </a:r>
          </a:p>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pandas → project rows</a:t>
            </a:r>
          </a:p>
        </p:txBody>
      </p:sp>
      <p:sp>
        <p:nvSpPr>
          <p:cNvPr id="17418" name="flow-models-surface">
            <a:extLst xmlns:a="http://schemas.openxmlformats.org/drawingml/2006/main">
              <a:ext uri="{FF2B5EF4-FFF2-40B4-BE49-F238E27FC236}">
                <a16:creationId xmlns:a16="http://schemas.microsoft.com/office/drawing/2014/main" id="{EFCCFBC1-97AA-4755-85D5-53DD54205C00}"/>
              </a:ext>
            </a:extLst>
          </p:cNvPr>
          <p:cNvSpPr>
            <a:spLocks xmlns:a="http://schemas.openxmlformats.org/drawingml/2006/main" noGrp="1"/>
          </p:cNvSpPr>
          <p:nvPr/>
        </p:nvSpPr>
        <p:spPr>
          <a:xfrm xmlns:a="http://schemas.openxmlformats.org/drawingml/2006/main">
            <a:off x="5124450" y="1381125"/>
            <a:ext cx="1943100" cy="1000125"/>
          </a:xfrm>
          <a:prstGeom xmlns:a="http://schemas.openxmlformats.org/drawingml/2006/main" prst="rect">
            <a:avLst/>
          </a:prstGeom>
          <a:solidFill xmlns:a="http://schemas.openxmlformats.org/drawingml/2006/main">
            <a:srgbClr val="F4F7FA"/>
          </a:solidFill>
          <a:ln xmlns:a="http://schemas.openxmlformats.org/drawingml/2006/main" w="9525">
            <a:solidFill>
              <a:srgbClr val="AFC4D6"/>
            </a:solidFill>
            <a:prstDash val="solid"/>
          </a:ln>
        </p:spPr>
      </p:sp>
      <p:sp>
        <p:nvSpPr>
          <p:cNvPr id="17419" name="flow-models-heading">
            <a:extLst xmlns:a="http://schemas.openxmlformats.org/drawingml/2006/main">
              <a:ext uri="{FF2B5EF4-FFF2-40B4-BE49-F238E27FC236}">
                <a16:creationId xmlns:a16="http://schemas.microsoft.com/office/drawing/2014/main" id="{09581B7D-C773-42A6-9B0B-E972472BAC06}"/>
              </a:ext>
            </a:extLst>
          </p:cNvPr>
          <p:cNvSpPr>
            <a:spLocks xmlns:a="http://schemas.openxmlformats.org/drawingml/2006/main" noGrp="1"/>
          </p:cNvSpPr>
          <p:nvPr/>
        </p:nvSpPr>
        <p:spPr>
          <a:xfrm xmlns:a="http://schemas.openxmlformats.org/drawingml/2006/main">
            <a:off x="5210175" y="1495425"/>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1F497D"/>
                </a:solidFill>
                <a:latin typeface="Arial"/>
                <a:ea typeface="Arial"/>
                <a:cs typeface="Arial"/>
              </a:defRPr>
            </a:pPr>
            <a:r>
              <a:rPr sz="1425" b="1">
                <a:solidFill>
                  <a:srgbClr val="1F497D"/>
                </a:solidFill>
                <a:latin typeface="Arial"/>
                <a:ea typeface="Arial"/>
                <a:cs typeface="Arial"/>
              </a:rPr>
              <a:t>BUILD SIGNALS</a:t>
            </a:r>
          </a:p>
        </p:txBody>
      </p:sp>
      <p:sp>
        <p:nvSpPr>
          <p:cNvPr id="17420" name="flow-models-detail">
            <a:extLst xmlns:a="http://schemas.openxmlformats.org/drawingml/2006/main">
              <a:ext uri="{FF2B5EF4-FFF2-40B4-BE49-F238E27FC236}">
                <a16:creationId xmlns:a16="http://schemas.microsoft.com/office/drawing/2014/main" id="{8F0D14EE-9D8A-4E94-810C-A75AC2BF44C8}"/>
              </a:ext>
            </a:extLst>
          </p:cNvPr>
          <p:cNvSpPr>
            <a:spLocks xmlns:a="http://schemas.openxmlformats.org/drawingml/2006/main" noGrp="1"/>
          </p:cNvSpPr>
          <p:nvPr/>
        </p:nvSpPr>
        <p:spPr>
          <a:xfrm xmlns:a="http://schemas.openxmlformats.org/drawingml/2006/main">
            <a:off x="5210175" y="1781175"/>
            <a:ext cx="17716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rule score + scikit-learn</a:t>
            </a:r>
          </a:p>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logistic / gradient boost</a:t>
            </a:r>
          </a:p>
        </p:txBody>
      </p:sp>
      <p:sp>
        <p:nvSpPr>
          <p:cNvPr id="17421" name="flow-api-surface">
            <a:extLst xmlns:a="http://schemas.openxmlformats.org/drawingml/2006/main">
              <a:ext uri="{FF2B5EF4-FFF2-40B4-BE49-F238E27FC236}">
                <a16:creationId xmlns:a16="http://schemas.microsoft.com/office/drawing/2014/main" id="{4A158EB7-2C8E-4FB8-9663-44311E2DB436}"/>
              </a:ext>
            </a:extLst>
          </p:cNvPr>
          <p:cNvSpPr>
            <a:spLocks xmlns:a="http://schemas.openxmlformats.org/drawingml/2006/main" noGrp="1"/>
          </p:cNvSpPr>
          <p:nvPr/>
        </p:nvSpPr>
        <p:spPr>
          <a:xfrm xmlns:a="http://schemas.openxmlformats.org/drawingml/2006/main">
            <a:off x="7353300" y="1381125"/>
            <a:ext cx="1943100" cy="1000125"/>
          </a:xfrm>
          <a:prstGeom xmlns:a="http://schemas.openxmlformats.org/drawingml/2006/main" prst="rect">
            <a:avLst/>
          </a:prstGeom>
          <a:solidFill xmlns:a="http://schemas.openxmlformats.org/drawingml/2006/main">
            <a:srgbClr val="F4F7FA"/>
          </a:solidFill>
          <a:ln xmlns:a="http://schemas.openxmlformats.org/drawingml/2006/main" w="9525">
            <a:solidFill>
              <a:srgbClr val="AFC4D6"/>
            </a:solidFill>
            <a:prstDash val="solid"/>
          </a:ln>
        </p:spPr>
      </p:sp>
      <p:sp>
        <p:nvSpPr>
          <p:cNvPr id="17422" name="flow-api-heading">
            <a:extLst xmlns:a="http://schemas.openxmlformats.org/drawingml/2006/main">
              <a:ext uri="{FF2B5EF4-FFF2-40B4-BE49-F238E27FC236}">
                <a16:creationId xmlns:a16="http://schemas.microsoft.com/office/drawing/2014/main" id="{978F0BCA-61DC-40F2-A870-9D269033F387}"/>
              </a:ext>
            </a:extLst>
          </p:cNvPr>
          <p:cNvSpPr>
            <a:spLocks xmlns:a="http://schemas.openxmlformats.org/drawingml/2006/main" noGrp="1"/>
          </p:cNvSpPr>
          <p:nvPr/>
        </p:nvSpPr>
        <p:spPr>
          <a:xfrm xmlns:a="http://schemas.openxmlformats.org/drawingml/2006/main">
            <a:off x="7439025" y="1495425"/>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1F497D"/>
                </a:solidFill>
                <a:latin typeface="Arial"/>
                <a:ea typeface="Arial"/>
                <a:cs typeface="Arial"/>
              </a:defRPr>
            </a:pPr>
            <a:r>
              <a:rPr sz="1425" b="1">
                <a:solidFill>
                  <a:srgbClr val="1F497D"/>
                </a:solidFill>
                <a:latin typeface="Arial"/>
                <a:ea typeface="Arial"/>
                <a:cs typeface="Arial"/>
              </a:rPr>
              <a:t>EXPORT + SERVE</a:t>
            </a:r>
          </a:p>
        </p:txBody>
      </p:sp>
      <p:sp>
        <p:nvSpPr>
          <p:cNvPr id="17423" name="flow-api-detail">
            <a:extLst xmlns:a="http://schemas.openxmlformats.org/drawingml/2006/main">
              <a:ext uri="{FF2B5EF4-FFF2-40B4-BE49-F238E27FC236}">
                <a16:creationId xmlns:a16="http://schemas.microsoft.com/office/drawing/2014/main" id="{127215EE-C3BC-4169-8E45-376D075A9683}"/>
              </a:ext>
            </a:extLst>
          </p:cNvPr>
          <p:cNvSpPr>
            <a:spLocks xmlns:a="http://schemas.openxmlformats.org/drawingml/2006/main" noGrp="1"/>
          </p:cNvSpPr>
          <p:nvPr/>
        </p:nvSpPr>
        <p:spPr>
          <a:xfrm xmlns:a="http://schemas.openxmlformats.org/drawingml/2006/main">
            <a:off x="7439025" y="1781175"/>
            <a:ext cx="17716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Parquet / JSON</a:t>
            </a:r>
          </a:p>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Next.js 15 API</a:t>
            </a:r>
          </a:p>
        </p:txBody>
      </p:sp>
      <p:sp>
        <p:nvSpPr>
          <p:cNvPr id="17424" name="flow-review-surface">
            <a:extLst xmlns:a="http://schemas.openxmlformats.org/drawingml/2006/main">
              <a:ext uri="{FF2B5EF4-FFF2-40B4-BE49-F238E27FC236}">
                <a16:creationId xmlns:a16="http://schemas.microsoft.com/office/drawing/2014/main" id="{E127DFE9-3943-4763-8E96-570B53342D39}"/>
              </a:ext>
            </a:extLst>
          </p:cNvPr>
          <p:cNvSpPr>
            <a:spLocks xmlns:a="http://schemas.openxmlformats.org/drawingml/2006/main" noGrp="1"/>
          </p:cNvSpPr>
          <p:nvPr/>
        </p:nvSpPr>
        <p:spPr>
          <a:xfrm xmlns:a="http://schemas.openxmlformats.org/drawingml/2006/main">
            <a:off x="9582150" y="1381125"/>
            <a:ext cx="1943100" cy="1000125"/>
          </a:xfrm>
          <a:prstGeom xmlns:a="http://schemas.openxmlformats.org/drawingml/2006/main" prst="rect">
            <a:avLst/>
          </a:prstGeom>
          <a:solidFill xmlns:a="http://schemas.openxmlformats.org/drawingml/2006/main">
            <a:srgbClr val="F4F7FA"/>
          </a:solidFill>
          <a:ln xmlns:a="http://schemas.openxmlformats.org/drawingml/2006/main" w="9525">
            <a:solidFill>
              <a:srgbClr val="AFC4D6"/>
            </a:solidFill>
            <a:prstDash val="solid"/>
          </a:ln>
        </p:spPr>
      </p:sp>
      <p:sp>
        <p:nvSpPr>
          <p:cNvPr id="17425" name="flow-review-heading">
            <a:extLst xmlns:a="http://schemas.openxmlformats.org/drawingml/2006/main">
              <a:ext uri="{FF2B5EF4-FFF2-40B4-BE49-F238E27FC236}">
                <a16:creationId xmlns:a16="http://schemas.microsoft.com/office/drawing/2014/main" id="{44D17980-E677-445F-89A6-484E75E3C9A3}"/>
              </a:ext>
            </a:extLst>
          </p:cNvPr>
          <p:cNvSpPr>
            <a:spLocks xmlns:a="http://schemas.openxmlformats.org/drawingml/2006/main" noGrp="1"/>
          </p:cNvSpPr>
          <p:nvPr/>
        </p:nvSpPr>
        <p:spPr>
          <a:xfrm xmlns:a="http://schemas.openxmlformats.org/drawingml/2006/main">
            <a:off x="9667875" y="1495425"/>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425" b="1">
                <a:solidFill>
                  <a:srgbClr val="1F497D"/>
                </a:solidFill>
                <a:latin typeface="Arial"/>
                <a:ea typeface="Arial"/>
                <a:cs typeface="Arial"/>
              </a:defRPr>
            </a:pPr>
            <a:r>
              <a:rPr sz="1425" b="1">
                <a:solidFill>
                  <a:srgbClr val="1F497D"/>
                </a:solidFill>
                <a:latin typeface="Arial"/>
                <a:ea typeface="Arial"/>
                <a:cs typeface="Arial"/>
              </a:rPr>
              <a:t>REVIEW</a:t>
            </a:r>
          </a:p>
        </p:txBody>
      </p:sp>
      <p:sp>
        <p:nvSpPr>
          <p:cNvPr id="17426" name="flow-review-detail">
            <a:extLst xmlns:a="http://schemas.openxmlformats.org/drawingml/2006/main">
              <a:ext uri="{FF2B5EF4-FFF2-40B4-BE49-F238E27FC236}">
                <a16:creationId xmlns:a16="http://schemas.microsoft.com/office/drawing/2014/main" id="{523EA96B-1BFB-472E-822D-87A08C77135A}"/>
              </a:ext>
            </a:extLst>
          </p:cNvPr>
          <p:cNvSpPr>
            <a:spLocks xmlns:a="http://schemas.openxmlformats.org/drawingml/2006/main" noGrp="1"/>
          </p:cNvSpPr>
          <p:nvPr/>
        </p:nvSpPr>
        <p:spPr>
          <a:xfrm xmlns:a="http://schemas.openxmlformats.org/drawingml/2006/main">
            <a:off x="9667875" y="1781175"/>
            <a:ext cx="17716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July snapshot</a:t>
            </a:r>
          </a:p>
          <a:p xmlns:a="http://schemas.openxmlformats.org/drawingml/2006/main">
            <a:pPr algn="ctr">
              <a:defRPr sz="1313">
                <a:solidFill>
                  <a:srgbClr val="252525"/>
                </a:solidFill>
                <a:latin typeface="Arial"/>
                <a:ea typeface="Arial"/>
                <a:cs typeface="Arial"/>
              </a:defRPr>
            </a:pPr>
            <a:r>
              <a:rPr sz="1313">
                <a:solidFill>
                  <a:srgbClr val="252525"/>
                </a:solidFill>
                <a:latin typeface="Arial"/>
                <a:ea typeface="Arial"/>
                <a:cs typeface="Arial"/>
              </a:rPr>
              <a:t>1,775 projects</a:t>
            </a:r>
          </a:p>
        </p:txBody>
      </p:sp>
      <p:sp>
        <p:nvSpPr>
          <p:cNvPr id="17427" name="flow-arrow-1">
            <a:extLst xmlns:a="http://schemas.openxmlformats.org/drawingml/2006/main">
              <a:ext uri="{FF2B5EF4-FFF2-40B4-BE49-F238E27FC236}">
                <a16:creationId xmlns:a16="http://schemas.microsoft.com/office/drawing/2014/main" id="{9A348F60-BB7E-4EA3-86B3-93151FC0B41A}"/>
              </a:ext>
            </a:extLst>
          </p:cNvPr>
          <p:cNvSpPr>
            <a:spLocks xmlns:a="http://schemas.openxmlformats.org/drawingml/2006/main" noGrp="1"/>
          </p:cNvSpPr>
          <p:nvPr/>
        </p:nvSpPr>
        <p:spPr>
          <a:xfrm xmlns:a="http://schemas.openxmlformats.org/drawingml/2006/main">
            <a:off x="2667000" y="1743075"/>
            <a:ext cx="228600" cy="257175"/>
          </a:xfrm>
          <a:prstGeom xmlns:a="http://schemas.openxmlformats.org/drawingml/2006/main" prst="rightArrow">
            <a:avLst/>
          </a:prstGeom>
          <a:solidFill xmlns:a="http://schemas.openxmlformats.org/drawingml/2006/main">
            <a:srgbClr val="0070C0"/>
          </a:solidFill>
          <a:ln xmlns:a="http://schemas.openxmlformats.org/drawingml/2006/main" w="0">
            <a:noFill/>
            <a:prstDash val="solid"/>
          </a:ln>
        </p:spPr>
      </p:sp>
      <p:sp>
        <p:nvSpPr>
          <p:cNvPr id="17428" name="flow-arrow-2">
            <a:extLst xmlns:a="http://schemas.openxmlformats.org/drawingml/2006/main">
              <a:ext uri="{FF2B5EF4-FFF2-40B4-BE49-F238E27FC236}">
                <a16:creationId xmlns:a16="http://schemas.microsoft.com/office/drawing/2014/main" id="{82D01945-B282-4AAC-9275-033D5A9B6466}"/>
              </a:ext>
            </a:extLst>
          </p:cNvPr>
          <p:cNvSpPr>
            <a:spLocks xmlns:a="http://schemas.openxmlformats.org/drawingml/2006/main" noGrp="1"/>
          </p:cNvSpPr>
          <p:nvPr/>
        </p:nvSpPr>
        <p:spPr>
          <a:xfrm xmlns:a="http://schemas.openxmlformats.org/drawingml/2006/main">
            <a:off x="4895850" y="1743075"/>
            <a:ext cx="228600" cy="257175"/>
          </a:xfrm>
          <a:prstGeom xmlns:a="http://schemas.openxmlformats.org/drawingml/2006/main" prst="rightArrow">
            <a:avLst/>
          </a:prstGeom>
          <a:solidFill xmlns:a="http://schemas.openxmlformats.org/drawingml/2006/main">
            <a:srgbClr val="0070C0"/>
          </a:solidFill>
          <a:ln xmlns:a="http://schemas.openxmlformats.org/drawingml/2006/main" w="0">
            <a:noFill/>
            <a:prstDash val="solid"/>
          </a:ln>
        </p:spPr>
      </p:sp>
      <p:sp>
        <p:nvSpPr>
          <p:cNvPr id="17429" name="flow-arrow-3">
            <a:extLst xmlns:a="http://schemas.openxmlformats.org/drawingml/2006/main">
              <a:ext uri="{FF2B5EF4-FFF2-40B4-BE49-F238E27FC236}">
                <a16:creationId xmlns:a16="http://schemas.microsoft.com/office/drawing/2014/main" id="{D8BE6B59-6F97-4B05-BEA5-AEF1B828CF4C}"/>
              </a:ext>
            </a:extLst>
          </p:cNvPr>
          <p:cNvSpPr>
            <a:spLocks xmlns:a="http://schemas.openxmlformats.org/drawingml/2006/main" noGrp="1"/>
          </p:cNvSpPr>
          <p:nvPr/>
        </p:nvSpPr>
        <p:spPr>
          <a:xfrm xmlns:a="http://schemas.openxmlformats.org/drawingml/2006/main">
            <a:off x="7124700" y="1743075"/>
            <a:ext cx="228600" cy="257175"/>
          </a:xfrm>
          <a:prstGeom xmlns:a="http://schemas.openxmlformats.org/drawingml/2006/main" prst="rightArrow">
            <a:avLst/>
          </a:prstGeom>
          <a:solidFill xmlns:a="http://schemas.openxmlformats.org/drawingml/2006/main">
            <a:srgbClr val="0070C0"/>
          </a:solidFill>
          <a:ln xmlns:a="http://schemas.openxmlformats.org/drawingml/2006/main" w="0">
            <a:noFill/>
            <a:prstDash val="solid"/>
          </a:ln>
        </p:spPr>
      </p:sp>
      <p:sp>
        <p:nvSpPr>
          <p:cNvPr id="17430" name="flow-arrow-4">
            <a:extLst xmlns:a="http://schemas.openxmlformats.org/drawingml/2006/main">
              <a:ext uri="{FF2B5EF4-FFF2-40B4-BE49-F238E27FC236}">
                <a16:creationId xmlns:a16="http://schemas.microsoft.com/office/drawing/2014/main" id="{0F43322E-8395-45A9-9215-24C89AFCE85B}"/>
              </a:ext>
            </a:extLst>
          </p:cNvPr>
          <p:cNvSpPr>
            <a:spLocks xmlns:a="http://schemas.openxmlformats.org/drawingml/2006/main" noGrp="1"/>
          </p:cNvSpPr>
          <p:nvPr/>
        </p:nvSpPr>
        <p:spPr>
          <a:xfrm xmlns:a="http://schemas.openxmlformats.org/drawingml/2006/main">
            <a:off x="9353550" y="1743075"/>
            <a:ext cx="228600" cy="257175"/>
          </a:xfrm>
          <a:prstGeom xmlns:a="http://schemas.openxmlformats.org/drawingml/2006/main" prst="rightArrow">
            <a:avLst/>
          </a:prstGeom>
          <a:solidFill xmlns:a="http://schemas.openxmlformats.org/drawingml/2006/main">
            <a:srgbClr val="0070C0"/>
          </a:solidFill>
          <a:ln xmlns:a="http://schemas.openxmlformats.org/drawingml/2006/main" w="0">
            <a:noFill/>
            <a:prstDash val="solid"/>
          </a:ln>
        </p:spPr>
      </p:sp>
      <p:sp>
        <p:nvSpPr>
          <p:cNvPr id="17431" name="stack-line">
            <a:extLst xmlns:a="http://schemas.openxmlformats.org/drawingml/2006/main">
              <a:ext uri="{FF2B5EF4-FFF2-40B4-BE49-F238E27FC236}">
                <a16:creationId xmlns:a16="http://schemas.microsoft.com/office/drawing/2014/main" id="{B4FF5240-044D-428C-BBEE-9ED302485F63}"/>
              </a:ext>
            </a:extLst>
          </p:cNvPr>
          <p:cNvSpPr>
            <a:spLocks xmlns:a="http://schemas.openxmlformats.org/drawingml/2006/main" noGrp="1"/>
          </p:cNvSpPr>
          <p:nvPr/>
        </p:nvSpPr>
        <p:spPr>
          <a:xfrm xmlns:a="http://schemas.openxmlformats.org/drawingml/2006/main">
            <a:off x="666750" y="2447925"/>
            <a:ext cx="1085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a:solidFill>
                  <a:srgbClr val="383838"/>
                </a:solidFill>
                <a:latin typeface="Arial"/>
                <a:ea typeface="Arial"/>
                <a:cs typeface="Arial"/>
              </a:defRPr>
            </a:pPr>
            <a:r>
              <a:rPr sz="1313">
                <a:solidFill>
                  <a:srgbClr val="383838"/>
                </a:solidFill>
                <a:latin typeface="Arial"/>
                <a:ea typeface="Arial"/>
                <a:cs typeface="Arial"/>
              </a:rPr>
              <a:t>Open-source stack: Python • pandas / NumPy • scikit-learn • Parquet • Next.js 15 / React 19 • Recharts</a:t>
            </a:r>
          </a:p>
        </p:txBody>
      </p:sp>
      <p:sp>
        <p:nvSpPr>
          <p:cNvPr id="17432" name="qa-evidence">
            <a:extLst xmlns:a="http://schemas.openxmlformats.org/drawingml/2006/main">
              <a:ext uri="{FF2B5EF4-FFF2-40B4-BE49-F238E27FC236}">
                <a16:creationId xmlns:a16="http://schemas.microsoft.com/office/drawing/2014/main" id="{46EC9D28-A570-4B6C-A391-72A98DC1E6B7}"/>
              </a:ext>
            </a:extLst>
          </p:cNvPr>
          <p:cNvSpPr>
            <a:spLocks xmlns:a="http://schemas.openxmlformats.org/drawingml/2006/main" noGrp="1"/>
          </p:cNvSpPr>
          <p:nvPr/>
        </p:nvSpPr>
        <p:spPr>
          <a:xfrm xmlns:a="http://schemas.openxmlformats.org/drawingml/2006/main">
            <a:off x="666750" y="2724150"/>
            <a:ext cx="108585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b="1">
                <a:solidFill>
                  <a:srgbClr val="1F497D"/>
                </a:solidFill>
                <a:latin typeface="Arial"/>
                <a:ea typeface="Arial"/>
                <a:cs typeface="Arial"/>
              </a:defRPr>
            </a:pPr>
            <a:r>
              <a:rPr sz="1313" b="1">
                <a:solidFill>
                  <a:srgbClr val="1F497D"/>
                </a:solidFill>
                <a:latin typeface="Arial"/>
                <a:ea typeface="Arial"/>
                <a:cs typeface="Arial"/>
              </a:rPr>
              <a:t>April audit: 1,981 project rows and all three portfolio totals reconcile to the MoSPI report (0.0% displayed difference). checker.py is separate today; making it block exports is next.</a:t>
            </a:r>
          </a:p>
        </p:txBody>
      </p:sp>
      <p:sp>
        <p:nvSpPr>
          <p:cNvPr id="17433" name="evaluation-title">
            <a:extLst xmlns:a="http://schemas.openxmlformats.org/drawingml/2006/main">
              <a:ext uri="{FF2B5EF4-FFF2-40B4-BE49-F238E27FC236}">
                <a16:creationId xmlns:a16="http://schemas.microsoft.com/office/drawing/2014/main" id="{F4900453-E773-4386-97D3-FA3CE6DF9B56}"/>
              </a:ext>
            </a:extLst>
          </p:cNvPr>
          <p:cNvSpPr>
            <a:spLocks xmlns:a="http://schemas.openxmlformats.org/drawingml/2006/main" noGrp="1"/>
          </p:cNvSpPr>
          <p:nvPr/>
        </p:nvSpPr>
        <p:spPr>
          <a:xfrm xmlns:a="http://schemas.openxmlformats.org/drawingml/2006/main">
            <a:off x="666750" y="3333750"/>
            <a:ext cx="10858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a:solidFill>
                  <a:srgbClr val="1F497D"/>
                </a:solidFill>
                <a:latin typeface="Arial"/>
                <a:ea typeface="Arial"/>
                <a:cs typeface="Arial"/>
              </a:defRPr>
            </a:pPr>
            <a:r>
              <a:rPr sz="1425" b="1">
                <a:solidFill>
                  <a:srgbClr val="1F497D"/>
                </a:solidFill>
                <a:latin typeface="Arial"/>
                <a:ea typeface="Arial"/>
                <a:cs typeface="Arial"/>
              </a:rPr>
              <a:t>ONE TEMPORAL HOLDOUT • JUNE INPUT → JULY OUTCOMES • NEXT MONTH</a:t>
            </a:r>
          </a:p>
        </p:txBody>
      </p:sp>
      <p:sp>
        <p:nvSpPr>
          <p:cNvPr id="17434" name="evaluation-divider">
            <a:extLst xmlns:a="http://schemas.openxmlformats.org/drawingml/2006/main">
              <a:ext uri="{FF2B5EF4-FFF2-40B4-BE49-F238E27FC236}">
                <a16:creationId xmlns:a16="http://schemas.microsoft.com/office/drawing/2014/main" id="{F401063B-4BD4-4E1E-BD0D-DCA932A87517}"/>
              </a:ext>
            </a:extLst>
          </p:cNvPr>
          <p:cNvSpPr>
            <a:spLocks xmlns:a="http://schemas.openxmlformats.org/drawingml/2006/main" noGrp="1"/>
          </p:cNvSpPr>
          <p:nvPr/>
        </p:nvSpPr>
        <p:spPr>
          <a:xfrm xmlns:a="http://schemas.openxmlformats.org/drawingml/2006/main">
            <a:off x="6096000" y="3714750"/>
            <a:ext cx="14288" cy="1466850"/>
          </a:xfrm>
          <a:prstGeom xmlns:a="http://schemas.openxmlformats.org/drawingml/2006/main" prst="rect">
            <a:avLst/>
          </a:prstGeom>
          <a:solidFill xmlns:a="http://schemas.openxmlformats.org/drawingml/2006/main">
            <a:srgbClr val="AFC4D6"/>
          </a:solidFill>
          <a:ln xmlns:a="http://schemas.openxmlformats.org/drawingml/2006/main" w="0">
            <a:noFill/>
            <a:prstDash val="solid"/>
          </a:ln>
        </p:spPr>
      </p:sp>
      <p:sp>
        <p:nvSpPr>
          <p:cNvPr id="17435" name="schedule-eval-heading">
            <a:extLst xmlns:a="http://schemas.openxmlformats.org/drawingml/2006/main">
              <a:ext uri="{FF2B5EF4-FFF2-40B4-BE49-F238E27FC236}">
                <a16:creationId xmlns:a16="http://schemas.microsoft.com/office/drawing/2014/main" id="{96A3F231-64A2-4211-A209-DA6BC76724F5}"/>
              </a:ext>
            </a:extLst>
          </p:cNvPr>
          <p:cNvSpPr>
            <a:spLocks xmlns:a="http://schemas.openxmlformats.org/drawingml/2006/main" noGrp="1"/>
          </p:cNvSpPr>
          <p:nvPr/>
        </p:nvSpPr>
        <p:spPr>
          <a:xfrm xmlns:a="http://schemas.openxmlformats.org/drawingml/2006/main">
            <a:off x="666750" y="3705225"/>
            <a:ext cx="5048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F497D"/>
                </a:solidFill>
                <a:latin typeface="Arial"/>
                <a:ea typeface="Arial"/>
                <a:cs typeface="Arial"/>
              </a:defRPr>
            </a:pPr>
            <a:r>
              <a:rPr sz="1500" b="1">
                <a:solidFill>
                  <a:srgbClr val="1F497D"/>
                </a:solidFill>
                <a:latin typeface="Arial"/>
                <a:ea typeface="Arial"/>
                <a:cs typeface="Arial"/>
              </a:rPr>
              <a:t>SCHEDULE-DATE CHANGE</a:t>
            </a:r>
          </a:p>
        </p:txBody>
      </p:sp>
      <p:sp>
        <p:nvSpPr>
          <p:cNvPr id="17436" name="schedule-eval-detail">
            <a:extLst xmlns:a="http://schemas.openxmlformats.org/drawingml/2006/main">
              <a:ext uri="{FF2B5EF4-FFF2-40B4-BE49-F238E27FC236}">
                <a16:creationId xmlns:a16="http://schemas.microsoft.com/office/drawing/2014/main" id="{86215E86-1D29-4517-89E8-3B0C7ED3D615}"/>
              </a:ext>
            </a:extLst>
          </p:cNvPr>
          <p:cNvSpPr>
            <a:spLocks xmlns:a="http://schemas.openxmlformats.org/drawingml/2006/main" noGrp="1"/>
          </p:cNvSpPr>
          <p:nvPr/>
        </p:nvSpPr>
        <p:spPr>
          <a:xfrm xmlns:a="http://schemas.openxmlformats.org/drawingml/2006/main">
            <a:off x="666750" y="4029075"/>
            <a:ext cx="5048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Gradient boosting   ROC-AUC 0.767  •  PR-AUC 0.342</a:t>
            </a:r>
          </a:p>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Logistic regression  ROC-AUC 0.728  •  PR-AUC 0.280</a:t>
            </a:r>
          </a:p>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1,732 labelled rows • 268 schedule changes</a:t>
            </a:r>
          </a:p>
        </p:txBody>
      </p:sp>
      <p:sp>
        <p:nvSpPr>
          <p:cNvPr id="17437" name="cost-eval-heading">
            <a:extLst xmlns:a="http://schemas.openxmlformats.org/drawingml/2006/main">
              <a:ext uri="{FF2B5EF4-FFF2-40B4-BE49-F238E27FC236}">
                <a16:creationId xmlns:a16="http://schemas.microsoft.com/office/drawing/2014/main" id="{FB1F2D4D-ED4E-498C-99BC-E3841210DD27}"/>
              </a:ext>
            </a:extLst>
          </p:cNvPr>
          <p:cNvSpPr>
            <a:spLocks xmlns:a="http://schemas.openxmlformats.org/drawingml/2006/main" noGrp="1"/>
          </p:cNvSpPr>
          <p:nvPr/>
        </p:nvSpPr>
        <p:spPr>
          <a:xfrm xmlns:a="http://schemas.openxmlformats.org/drawingml/2006/main">
            <a:off x="6467475" y="3705225"/>
            <a:ext cx="5048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F497D"/>
                </a:solidFill>
                <a:latin typeface="Arial"/>
                <a:ea typeface="Arial"/>
                <a:cs typeface="Arial"/>
              </a:defRPr>
            </a:pPr>
            <a:r>
              <a:rPr sz="1500" b="1">
                <a:solidFill>
                  <a:srgbClr val="1F497D"/>
                </a:solidFill>
                <a:latin typeface="Arial"/>
                <a:ea typeface="Arial"/>
                <a:cs typeface="Arial"/>
              </a:rPr>
              <a:t>COST REVISION</a:t>
            </a:r>
          </a:p>
        </p:txBody>
      </p:sp>
      <p:sp>
        <p:nvSpPr>
          <p:cNvPr id="17438" name="cost-eval-detail">
            <a:extLst xmlns:a="http://schemas.openxmlformats.org/drawingml/2006/main">
              <a:ext uri="{FF2B5EF4-FFF2-40B4-BE49-F238E27FC236}">
                <a16:creationId xmlns:a16="http://schemas.microsoft.com/office/drawing/2014/main" id="{D6864FEF-E5F0-45FF-944A-D67FA70E4F86}"/>
              </a:ext>
            </a:extLst>
          </p:cNvPr>
          <p:cNvSpPr>
            <a:spLocks xmlns:a="http://schemas.openxmlformats.org/drawingml/2006/main" noGrp="1"/>
          </p:cNvSpPr>
          <p:nvPr/>
        </p:nvSpPr>
        <p:spPr>
          <a:xfrm xmlns:a="http://schemas.openxmlformats.org/drawingml/2006/main">
            <a:off x="6467475" y="4029075"/>
            <a:ext cx="5048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Gradient boosting   ROC-AUC 0.436  •  PR-AUC 0.039</a:t>
            </a:r>
          </a:p>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Logistic regression  ROC-AUC 0.503  •  PR-AUC 0.044</a:t>
            </a:r>
          </a:p>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1,732 labelled rows • 72 cost revisions</a:t>
            </a:r>
          </a:p>
        </p:txBody>
      </p:sp>
      <p:sp>
        <p:nvSpPr>
          <p:cNvPr id="17439" name="cost-model-warning">
            <a:extLst xmlns:a="http://schemas.openxmlformats.org/drawingml/2006/main">
              <a:ext uri="{FF2B5EF4-FFF2-40B4-BE49-F238E27FC236}">
                <a16:creationId xmlns:a16="http://schemas.microsoft.com/office/drawing/2014/main" id="{3FF589E6-4A5A-4ADC-888A-D3A2F5C454F7}"/>
              </a:ext>
            </a:extLst>
          </p:cNvPr>
          <p:cNvSpPr>
            <a:spLocks xmlns:a="http://schemas.openxmlformats.org/drawingml/2006/main" noGrp="1"/>
          </p:cNvSpPr>
          <p:nvPr/>
        </p:nvSpPr>
        <p:spPr>
          <a:xfrm xmlns:a="http://schemas.openxmlformats.org/drawingml/2006/main">
            <a:off x="6467475" y="5095875"/>
            <a:ext cx="5048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b="1">
                <a:solidFill>
                  <a:srgbClr val="A33A2B"/>
                </a:solidFill>
                <a:latin typeface="Arial"/>
                <a:ea typeface="Arial"/>
                <a:cs typeface="Arial"/>
              </a:defRPr>
            </a:pPr>
            <a:r>
              <a:rPr sz="1313" b="1">
                <a:solidFill>
                  <a:srgbClr val="A33A2B"/>
                </a:solidFill>
                <a:latin typeface="Arial"/>
                <a:ea typeface="Arial"/>
                <a:cs typeface="Arial"/>
              </a:rPr>
              <a:t>Cost model: not decision-ready</a:t>
            </a:r>
          </a:p>
        </p:txBody>
      </p:sp>
      <p:sp>
        <p:nvSpPr>
          <p:cNvPr id="17440" name="evaluation-caveat">
            <a:extLst xmlns:a="http://schemas.openxmlformats.org/drawingml/2006/main">
              <a:ext uri="{FF2B5EF4-FFF2-40B4-BE49-F238E27FC236}">
                <a16:creationId xmlns:a16="http://schemas.microsoft.com/office/drawing/2014/main" id="{CB87205E-9957-463C-85BF-FBFE63EB0C81}"/>
              </a:ext>
            </a:extLst>
          </p:cNvPr>
          <p:cNvSpPr>
            <a:spLocks xmlns:a="http://schemas.openxmlformats.org/drawingml/2006/main" noGrp="1"/>
          </p:cNvSpPr>
          <p:nvPr/>
        </p:nvSpPr>
        <p:spPr>
          <a:xfrm xmlns:a="http://schemas.openxmlformats.org/drawingml/2006/main">
            <a:off x="666750" y="5514975"/>
            <a:ext cx="108585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a:solidFill>
                  <a:srgbClr val="454545"/>
                </a:solidFill>
                <a:latin typeface="Arial"/>
                <a:ea typeface="Arial"/>
                <a:cs typeface="Arial"/>
              </a:defRPr>
            </a:pPr>
            <a:r>
              <a:rPr sz="1275">
                <a:solidFill>
                  <a:srgbClr val="454545"/>
                </a:solidFill>
                <a:latin typeface="Arial"/>
                <a:ea typeface="Arial"/>
                <a:cs typeface="Arial"/>
              </a:rPr>
              <a:t>One temporal test month; probabilities are uncalibrated. These results are preliminary, not deployment validation.</a:t>
            </a:r>
          </a:p>
        </p:txBody>
      </p:sp>
    </p:spTree>
    <p:extLst>
      <p:ext uri="{BB962C8B-B14F-4D97-AF65-F5344CB8AC3E}">
        <p14:creationId xmlns:p14="http://schemas.microsoft.com/office/powerpoint/2010/main" val="165646732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DD493D9F-EBD3-4DDA-BF72-C62FBC303DE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pPr>
              <a:buNone/>
            </a:pPr>
            <a:r>
              <a:rPr sz="3600" b="1">
                <a:latin typeface="Times New Roman"/>
                <a:ea typeface="Times New Roman"/>
                <a:cs typeface="Times New Roman"/>
              </a:rPr>
              <a:t>FEASIBILITY AND VIABILITY</a:t>
            </a:r>
          </a:p>
        </p:txBody>
      </p:sp>
      <p:sp>
        <p:nvSpPr>
          <p:cNvPr id="17410" name="TextBox 8">
            <a:extLst xmlns:a="http://schemas.openxmlformats.org/drawingml/2006/main">
              <a:ext uri="{FF2B5EF4-FFF2-40B4-BE49-F238E27FC236}">
                <a16:creationId xmlns:a16="http://schemas.microsoft.com/office/drawing/2014/main" id="{B70BD68C-8BEE-4492-B0AC-C8DF6862F119}"/>
              </a:ext>
            </a:extLst>
          </p:cNvPr>
          <p:cNvSpPr>
            <a:spLocks xmlns:a="http://schemas.openxmlformats.org/drawingml/2006/main" noGrp="1"/>
          </p:cNvSpPr>
          <p:nvPr/>
        </p:nvSpPr>
        <p:spPr>
          <a:xfrm xmlns:a="http://schemas.openxmlformats.org/drawingml/2006/main">
            <a:off x="609600" y="2533653"/>
            <a:ext cx="9385300" cy="51816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wrap="square">
            <a:spAutoFit/>
          </a:bodyPr>
          <a:lstStyle xmlns:a="http://schemas.openxmlformats.org/drawingml/2006/main"/>
          <a:p xmlns:a="http://schemas.openxmlformats.org/drawingml/2006/main">
            <a:pPr marL="342900" marR="0" lvl="0" indent="-342900" algn="just" defTabSz="457200">
              <a:lnSpc>
                <a:spcPct val="100000"/>
              </a:lnSpc>
              <a:spcBef>
                <a:spcPct val="0"/>
              </a:spcBef>
              <a:spcAft>
                <a:spcPct val="0"/>
              </a:spcAft>
              <a:buClrTx/>
              <a:buSzTx/>
              <a:buFont typeface="Arial"/>
              <a:buChar char="•"/>
            </a:pPr>
            <a:r>
              <a:rPr sz="2800">
                <a:solidFill>
                  <a:prstClr val="black"/>
                </a:solidFill>
                <a:latin typeface="Arial"/>
                <a:ea typeface="Arial"/>
                <a:cs typeface="Arial"/>
              </a:rPr>
              <a:t/>
            </a:r>
            <a:endParaRPr sz="2800" b="0" i="0" u="none" strike="noStrike" kern="1200" cap="none" spc="0" baseline="0">
              <a:ln>
                <a:noFill/>
              </a:ln>
              <a:solidFill>
                <a:prstClr val="black"/>
              </a:solidFill>
              <a:latin typeface="Arial"/>
              <a:ea typeface="Arial"/>
              <a:cs typeface="Arial"/>
            </a:endParaRPr>
          </a:p>
        </p:txBody>
      </p:sp>
      <p:sp>
        <p:nvSpPr>
          <p:cNvPr id="6" name="Slide Number Placeholder 5">
            <a:extLst xmlns:a="http://schemas.openxmlformats.org/drawingml/2006/main">
              <a:ext uri="{FF2B5EF4-FFF2-40B4-BE49-F238E27FC236}">
                <a16:creationId xmlns:a16="http://schemas.microsoft.com/office/drawing/2014/main" id="{226CCD00-11BE-469F-8644-4E3F935172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pPr>
            <a:fld id="{677C3CE7-23F7-4828-823C-E0205DF2CF97}" type="slidenum">
              <a:rPr sz="1200" b="1" i="0" u="none" strike="noStrike" cap="none" spc="0" baseline="0">
                <a:ln>
                  <a:noFill/>
                </a:ln>
                <a:solidFill>
                  <a:prstClr val="white"/>
                </a:solidFill>
                <a:latin typeface="TradeGothic"/>
                <a:ea typeface="TradeGothic"/>
                <a:cs typeface="TradeGothic"/>
              </a:rPr>
              <a:t>4</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1C9F443C-FF06-4A14-82E3-DF3A2C0580CB}"/>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r>
              <a:rPr sz="1200" b="0" i="0" u="none" strike="noStrike" cap="none" spc="0" baseline="0">
                <a:ln>
                  <a:noFill/>
                </a:ln>
                <a:solidFill>
                  <a:prstClr val="white"/>
                </a:solidFill>
                <a:latin typeface="TradeGothic"/>
                <a:ea typeface="TradeGothic"/>
                <a:cs typeface="TradeGothic"/>
              </a:rPr>
              <a:t>SIH 2026 • PS 26103</a:t>
            </a:r>
            <a:endParaRPr sz="1200" b="0" i="0" u="none" strike="noStrike" kern="1200" cap="none" spc="0" baseline="0">
              <a:ln>
                <a:noFill/>
              </a:ln>
              <a:solidFill>
                <a:prstClr val="white"/>
              </a:solidFill>
              <a:latin typeface="TradeGothic"/>
              <a:ea typeface="TradeGothic"/>
              <a:cs typeface="TradeGothic"/>
            </a:endParaRPr>
          </a:p>
        </p:txBody>
      </p:sp>
      <p:sp>
        <p:nvSpPr>
          <p:cNvPr id="12" name="Oval 11">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25185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a:solidFill>
                  <a:srgbClr val="000000"/>
                </a:solidFill>
                <a:latin typeface="Arial"/>
                <a:ea typeface="Arial"/>
                <a:cs typeface="Arial"/>
              </a:defRPr>
            </a:pPr>
            <a:r>
              <a:rPr sz="1125">
                <a:solidFill>
                  <a:srgbClr val="000000"/>
                </a:solidFill>
                <a:latin typeface="Arial"/>
                <a:ea typeface="Arial"/>
                <a:cs typeface="Arial"/>
              </a:rPr>
              <a:t>[TEAM]</a:t>
            </a:r>
            <a:endParaRPr/>
          </a:p>
        </p:txBody>
      </p:sp>
      <p:pic>
        <p:nvPicPr>
          <p:cNvPr id="17440" name="Picture 10"/>
          <p:cNvPicPr>
            <a:picLocks xmlns:a="http://schemas.openxmlformats.org/drawingml/2006/main" noChangeAspect="1"/>
          </p:cNvPicPr>
          <p:nvPr/>
        </p:nvPicPr>
        <p:blipFill>
          <a:blip xmlns:r="http://schemas.openxmlformats.org/officeDocument/2006/relationships" xmlns:a="http://schemas.openxmlformats.org/drawingml/2006/main" r:embed="R62b6a48f6bdb491c"/>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17412" name="feasible-tech-title">
            <a:extLst xmlns:a="http://schemas.openxmlformats.org/drawingml/2006/main">
              <a:ext uri="{FF2B5EF4-FFF2-40B4-BE49-F238E27FC236}">
                <a16:creationId xmlns:a16="http://schemas.microsoft.com/office/drawing/2014/main" id="{220DC6C5-84AB-467F-9C29-22848D23BC98}"/>
              </a:ext>
            </a:extLst>
          </p:cNvPr>
          <p:cNvSpPr>
            <a:spLocks xmlns:a="http://schemas.openxmlformats.org/drawingml/2006/main" noGrp="1"/>
          </p:cNvSpPr>
          <p:nvPr/>
        </p:nvSpPr>
        <p:spPr>
          <a:xfrm xmlns:a="http://schemas.openxmlformats.org/drawingml/2006/main">
            <a:off x="609600" y="1381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a:solidFill>
                  <a:srgbClr val="1F497D"/>
                </a:solidFill>
                <a:latin typeface="Arial"/>
                <a:ea typeface="Arial"/>
                <a:cs typeface="Arial"/>
              </a:defRPr>
            </a:pPr>
            <a:r>
              <a:rPr sz="1425" b="1">
                <a:solidFill>
                  <a:srgbClr val="1F497D"/>
                </a:solidFill>
                <a:latin typeface="Arial"/>
                <a:ea typeface="Arial"/>
                <a:cs typeface="Arial"/>
              </a:rPr>
              <a:t>TECHNICAL</a:t>
            </a:r>
          </a:p>
        </p:txBody>
      </p:sp>
      <p:sp>
        <p:nvSpPr>
          <p:cNvPr id="17413" name="feasible-tech-body">
            <a:extLst xmlns:a="http://schemas.openxmlformats.org/drawingml/2006/main">
              <a:ext uri="{FF2B5EF4-FFF2-40B4-BE49-F238E27FC236}">
                <a16:creationId xmlns:a16="http://schemas.microsoft.com/office/drawing/2014/main" id="{3239F65A-B788-4BD0-945E-7E6E3B3F5FB3}"/>
              </a:ext>
            </a:extLst>
          </p:cNvPr>
          <p:cNvSpPr>
            <a:spLocks xmlns:a="http://schemas.openxmlformats.org/drawingml/2006/main" noGrp="1"/>
          </p:cNvSpPr>
          <p:nvPr/>
        </p:nvSpPr>
        <p:spPr>
          <a:xfrm xmlns:a="http://schemas.openxmlformats.org/drawingml/2006/main">
            <a:off x="609600" y="1724025"/>
            <a:ext cx="32099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Open-source Python + Next.js already used. Batch report processing; no GPU or paid model API is configured.</a:t>
            </a:r>
          </a:p>
        </p:txBody>
      </p:sp>
      <p:sp>
        <p:nvSpPr>
          <p:cNvPr id="17414" name="feasible-economic-title">
            <a:extLst xmlns:a="http://schemas.openxmlformats.org/drawingml/2006/main">
              <a:ext uri="{FF2B5EF4-FFF2-40B4-BE49-F238E27FC236}">
                <a16:creationId xmlns:a16="http://schemas.microsoft.com/office/drawing/2014/main" id="{B53F03FB-B7E9-46DD-AFCC-0BC0CC569F36}"/>
              </a:ext>
            </a:extLst>
          </p:cNvPr>
          <p:cNvSpPr>
            <a:spLocks xmlns:a="http://schemas.openxmlformats.org/drawingml/2006/main" noGrp="1"/>
          </p:cNvSpPr>
          <p:nvPr/>
        </p:nvSpPr>
        <p:spPr>
          <a:xfrm xmlns:a="http://schemas.openxmlformats.org/drawingml/2006/main">
            <a:off x="4295775" y="1381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a:solidFill>
                  <a:srgbClr val="1F497D"/>
                </a:solidFill>
                <a:latin typeface="Arial"/>
                <a:ea typeface="Arial"/>
                <a:cs typeface="Arial"/>
              </a:defRPr>
            </a:pPr>
            <a:r>
              <a:rPr sz="1425" b="1">
                <a:solidFill>
                  <a:srgbClr val="1F497D"/>
                </a:solidFill>
                <a:latin typeface="Arial"/>
                <a:ea typeface="Arial"/>
                <a:cs typeface="Arial"/>
              </a:rPr>
              <a:t>ECONOMIC</a:t>
            </a:r>
          </a:p>
        </p:txBody>
      </p:sp>
      <p:sp>
        <p:nvSpPr>
          <p:cNvPr id="17415" name="feasible-economic-body">
            <a:extLst xmlns:a="http://schemas.openxmlformats.org/drawingml/2006/main">
              <a:ext uri="{FF2B5EF4-FFF2-40B4-BE49-F238E27FC236}">
                <a16:creationId xmlns:a16="http://schemas.microsoft.com/office/drawing/2014/main" id="{7F09C1C0-440A-4D49-88F9-9AD7B2D778C1}"/>
              </a:ext>
            </a:extLst>
          </p:cNvPr>
          <p:cNvSpPr>
            <a:spLocks xmlns:a="http://schemas.openxmlformats.org/drawingml/2006/main" noGrp="1"/>
          </p:cNvSpPr>
          <p:nvPr/>
        </p:nvSpPr>
        <p:spPr>
          <a:xfrm xmlns:a="http://schemas.openxmlformats.org/drawingml/2006/main">
            <a:off x="4295775" y="1724025"/>
            <a:ext cx="32099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No new database or API subscription for this prototype. Hosting, support and review costs still need an operational estimate.</a:t>
            </a:r>
          </a:p>
        </p:txBody>
      </p:sp>
      <p:sp>
        <p:nvSpPr>
          <p:cNvPr id="17416" name="feasible-operational-title">
            <a:extLst xmlns:a="http://schemas.openxmlformats.org/drawingml/2006/main">
              <a:ext uri="{FF2B5EF4-FFF2-40B4-BE49-F238E27FC236}">
                <a16:creationId xmlns:a16="http://schemas.microsoft.com/office/drawing/2014/main" id="{78EDE92F-38C1-4518-ABDF-0D8FDB4DEC56}"/>
              </a:ext>
            </a:extLst>
          </p:cNvPr>
          <p:cNvSpPr>
            <a:spLocks xmlns:a="http://schemas.openxmlformats.org/drawingml/2006/main" noGrp="1"/>
          </p:cNvSpPr>
          <p:nvPr/>
        </p:nvSpPr>
        <p:spPr>
          <a:xfrm xmlns:a="http://schemas.openxmlformats.org/drawingml/2006/main">
            <a:off x="7981950" y="1381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a:solidFill>
                  <a:srgbClr val="1F497D"/>
                </a:solidFill>
                <a:latin typeface="Arial"/>
                <a:ea typeface="Arial"/>
                <a:cs typeface="Arial"/>
              </a:defRPr>
            </a:pPr>
            <a:r>
              <a:rPr sz="1425" b="1">
                <a:solidFill>
                  <a:srgbClr val="1F497D"/>
                </a:solidFill>
                <a:latin typeface="Arial"/>
                <a:ea typeface="Arial"/>
                <a:cs typeface="Arial"/>
              </a:rPr>
              <a:t>OPERATIONAL</a:t>
            </a:r>
          </a:p>
        </p:txBody>
      </p:sp>
      <p:sp>
        <p:nvSpPr>
          <p:cNvPr id="17417" name="feasible-operational-body">
            <a:extLst xmlns:a="http://schemas.openxmlformats.org/drawingml/2006/main">
              <a:ext uri="{FF2B5EF4-FFF2-40B4-BE49-F238E27FC236}">
                <a16:creationId xmlns:a16="http://schemas.microsoft.com/office/drawing/2014/main" id="{0A4DFFE2-CD39-4D1D-B2AC-05719863EEB5}"/>
              </a:ext>
            </a:extLst>
          </p:cNvPr>
          <p:cNvSpPr>
            <a:spLocks xmlns:a="http://schemas.openxmlformats.org/drawingml/2006/main" noGrp="1"/>
          </p:cNvSpPr>
          <p:nvPr/>
        </p:nvSpPr>
        <p:spPr>
          <a:xfrm xmlns:a="http://schemas.openxmlformats.org/drawingml/2006/main">
            <a:off x="7981950" y="1724025"/>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a:solidFill>
                  <a:srgbClr val="202020"/>
                </a:solidFill>
                <a:latin typeface="Arial"/>
                <a:ea typeface="Arial"/>
                <a:cs typeface="Arial"/>
              </a:defRPr>
            </a:pPr>
            <a:r>
              <a:rPr sz="1463">
                <a:solidFill>
                  <a:srgbClr val="202020"/>
                </a:solidFill>
                <a:latin typeface="Arial"/>
                <a:ea typeface="Arial"/>
                <a:cs typeface="Arial"/>
              </a:rPr>
              <a:t>Fits monthly report review. Analysts retain authority; there is no ministry alert or intervention integration.</a:t>
            </a:r>
          </a:p>
        </p:txBody>
      </p:sp>
      <p:sp>
        <p:nvSpPr>
          <p:cNvPr id="17418" name="feasibility-separator-1">
            <a:extLst xmlns:a="http://schemas.openxmlformats.org/drawingml/2006/main">
              <a:ext uri="{FF2B5EF4-FFF2-40B4-BE49-F238E27FC236}">
                <a16:creationId xmlns:a16="http://schemas.microsoft.com/office/drawing/2014/main" id="{EAEFA89A-2475-46BA-88B3-419BF282A5D5}"/>
              </a:ext>
            </a:extLst>
          </p:cNvPr>
          <p:cNvSpPr>
            <a:spLocks xmlns:a="http://schemas.openxmlformats.org/drawingml/2006/main" noGrp="1"/>
          </p:cNvSpPr>
          <p:nvPr/>
        </p:nvSpPr>
        <p:spPr>
          <a:xfrm xmlns:a="http://schemas.openxmlformats.org/drawingml/2006/main">
            <a:off x="4095750" y="1400175"/>
            <a:ext cx="11906" cy="1266825"/>
          </a:xfrm>
          <a:prstGeom xmlns:a="http://schemas.openxmlformats.org/drawingml/2006/main" prst="rect">
            <a:avLst/>
          </a:prstGeom>
          <a:solidFill xmlns:a="http://schemas.openxmlformats.org/drawingml/2006/main">
            <a:srgbClr val="C1CFDB"/>
          </a:solidFill>
          <a:ln xmlns:a="http://schemas.openxmlformats.org/drawingml/2006/main" w="0">
            <a:noFill/>
            <a:prstDash val="solid"/>
          </a:ln>
        </p:spPr>
      </p:sp>
      <p:sp>
        <p:nvSpPr>
          <p:cNvPr id="17419" name="feasibility-separator-2">
            <a:extLst xmlns:a="http://schemas.openxmlformats.org/drawingml/2006/main">
              <a:ext uri="{FF2B5EF4-FFF2-40B4-BE49-F238E27FC236}">
                <a16:creationId xmlns:a16="http://schemas.microsoft.com/office/drawing/2014/main" id="{826A5832-BC9B-4363-BA6C-8217710116FC}"/>
              </a:ext>
            </a:extLst>
          </p:cNvPr>
          <p:cNvSpPr>
            <a:spLocks xmlns:a="http://schemas.openxmlformats.org/drawingml/2006/main" noGrp="1"/>
          </p:cNvSpPr>
          <p:nvPr/>
        </p:nvSpPr>
        <p:spPr>
          <a:xfrm xmlns:a="http://schemas.openxmlformats.org/drawingml/2006/main">
            <a:off x="7781925" y="1400175"/>
            <a:ext cx="11906" cy="1266825"/>
          </a:xfrm>
          <a:prstGeom xmlns:a="http://schemas.openxmlformats.org/drawingml/2006/main" prst="rect">
            <a:avLst/>
          </a:prstGeom>
          <a:solidFill xmlns:a="http://schemas.openxmlformats.org/drawingml/2006/main">
            <a:srgbClr val="C1CFDB"/>
          </a:solidFill>
          <a:ln xmlns:a="http://schemas.openxmlformats.org/drawingml/2006/main" w="0">
            <a:noFill/>
            <a:prstDash val="solid"/>
          </a:ln>
        </p:spPr>
      </p:sp>
      <p:sp>
        <p:nvSpPr>
          <p:cNvPr id="17420" name="feasibility-divider">
            <a:extLst xmlns:a="http://schemas.openxmlformats.org/drawingml/2006/main">
              <a:ext uri="{FF2B5EF4-FFF2-40B4-BE49-F238E27FC236}">
                <a16:creationId xmlns:a16="http://schemas.microsoft.com/office/drawing/2014/main" id="{C64655AB-45E1-4809-8162-8411B74A39D0}"/>
              </a:ext>
            </a:extLst>
          </p:cNvPr>
          <p:cNvSpPr>
            <a:spLocks xmlns:a="http://schemas.openxmlformats.org/drawingml/2006/main" noGrp="1"/>
          </p:cNvSpPr>
          <p:nvPr/>
        </p:nvSpPr>
        <p:spPr>
          <a:xfrm xmlns:a="http://schemas.openxmlformats.org/drawingml/2006/main">
            <a:off x="609600" y="2867025"/>
            <a:ext cx="10972800" cy="14288"/>
          </a:xfrm>
          <a:prstGeom xmlns:a="http://schemas.openxmlformats.org/drawingml/2006/main" prst="rect">
            <a:avLst/>
          </a:prstGeom>
          <a:solidFill xmlns:a="http://schemas.openxmlformats.org/drawingml/2006/main">
            <a:srgbClr val="9AB2C7"/>
          </a:solidFill>
          <a:ln xmlns:a="http://schemas.openxmlformats.org/drawingml/2006/main" w="0">
            <a:noFill/>
            <a:prstDash val="solid"/>
          </a:ln>
        </p:spPr>
      </p:sp>
      <p:sp>
        <p:nvSpPr>
          <p:cNvPr id="17421" name="challenge-response-title">
            <a:extLst xmlns:a="http://schemas.openxmlformats.org/drawingml/2006/main">
              <a:ext uri="{FF2B5EF4-FFF2-40B4-BE49-F238E27FC236}">
                <a16:creationId xmlns:a16="http://schemas.microsoft.com/office/drawing/2014/main" id="{97C32B34-D21A-45A2-98CB-CCF68B1ACCC8}"/>
              </a:ext>
            </a:extLst>
          </p:cNvPr>
          <p:cNvSpPr>
            <a:spLocks xmlns:a="http://schemas.openxmlformats.org/drawingml/2006/main" noGrp="1"/>
          </p:cNvSpPr>
          <p:nvPr/>
        </p:nvSpPr>
        <p:spPr>
          <a:xfrm xmlns:a="http://schemas.openxmlformats.org/drawingml/2006/main">
            <a:off x="609600" y="30289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F497D"/>
                </a:solidFill>
                <a:latin typeface="Arial"/>
                <a:ea typeface="Arial"/>
                <a:cs typeface="Arial"/>
              </a:defRPr>
            </a:pPr>
            <a:r>
              <a:rPr sz="1500" b="1">
                <a:solidFill>
                  <a:srgbClr val="1F497D"/>
                </a:solidFill>
                <a:latin typeface="Arial"/>
                <a:ea typeface="Arial"/>
                <a:cs typeface="Arial"/>
              </a:rPr>
              <a:t>CHALLENGE → RESPONSE</a:t>
            </a:r>
          </a:p>
        </p:txBody>
      </p:sp>
      <p:sp>
        <p:nvSpPr>
          <p:cNvPr id="17422" name="risk-1-issue">
            <a:extLst xmlns:a="http://schemas.openxmlformats.org/drawingml/2006/main">
              <a:ext uri="{FF2B5EF4-FFF2-40B4-BE49-F238E27FC236}">
                <a16:creationId xmlns:a16="http://schemas.microsoft.com/office/drawing/2014/main" id="{BD9C8482-AED2-4238-AD97-ED9E64F6CD36}"/>
              </a:ext>
            </a:extLst>
          </p:cNvPr>
          <p:cNvSpPr>
            <a:spLocks xmlns:a="http://schemas.openxmlformats.org/drawingml/2006/main" noGrp="1"/>
          </p:cNvSpPr>
          <p:nvPr/>
        </p:nvSpPr>
        <p:spPr>
          <a:xfrm xmlns:a="http://schemas.openxmlformats.org/drawingml/2006/main">
            <a:off x="666750" y="3429000"/>
            <a:ext cx="27146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b="1">
                <a:solidFill>
                  <a:srgbClr val="252525"/>
                </a:solidFill>
                <a:latin typeface="Arial"/>
                <a:ea typeface="Arial"/>
                <a:cs typeface="Arial"/>
              </a:defRPr>
            </a:pPr>
            <a:r>
              <a:rPr sz="1388" b="1">
                <a:solidFill>
                  <a:srgbClr val="252525"/>
                </a:solidFill>
                <a:latin typeface="Arial"/>
                <a:ea typeface="Arial"/>
                <a:cs typeface="Arial"/>
              </a:rPr>
              <a:t>Only four report months</a:t>
            </a:r>
          </a:p>
        </p:txBody>
      </p:sp>
      <p:sp>
        <p:nvSpPr>
          <p:cNvPr id="17423" name="risk-1-response">
            <a:extLst xmlns:a="http://schemas.openxmlformats.org/drawingml/2006/main">
              <a:ext uri="{FF2B5EF4-FFF2-40B4-BE49-F238E27FC236}">
                <a16:creationId xmlns:a16="http://schemas.microsoft.com/office/drawing/2014/main" id="{C570FFD9-CE9D-43D2-B12B-A8300177A703}"/>
              </a:ext>
            </a:extLst>
          </p:cNvPr>
          <p:cNvSpPr>
            <a:spLocks xmlns:a="http://schemas.openxmlformats.org/drawingml/2006/main" noGrp="1"/>
          </p:cNvSpPr>
          <p:nvPr/>
        </p:nvSpPr>
        <p:spPr>
          <a:xfrm xmlns:a="http://schemas.openxmlformats.org/drawingml/2006/main">
            <a:off x="3543300" y="3429000"/>
            <a:ext cx="79819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a:solidFill>
                  <a:srgbClr val="252525"/>
                </a:solidFill>
                <a:latin typeface="Arial"/>
                <a:ea typeface="Arial"/>
                <a:cs typeface="Arial"/>
              </a:defRPr>
            </a:pPr>
            <a:r>
              <a:rPr sz="1388">
                <a:solidFill>
                  <a:srgbClr val="252525"/>
                </a:solidFill>
                <a:latin typeface="Arial"/>
                <a:ea typeface="Arial"/>
                <a:cs typeface="Arial"/>
              </a:rPr>
              <a:t>Add older reports; repeat time-forward validation across multiple months.</a:t>
            </a:r>
          </a:p>
        </p:txBody>
      </p:sp>
      <p:sp>
        <p:nvSpPr>
          <p:cNvPr id="17424" name="risk-divider-1">
            <a:extLst xmlns:a="http://schemas.openxmlformats.org/drawingml/2006/main">
              <a:ext uri="{FF2B5EF4-FFF2-40B4-BE49-F238E27FC236}">
                <a16:creationId xmlns:a16="http://schemas.microsoft.com/office/drawing/2014/main" id="{2A13897D-5781-448A-97F5-5BA3F211D72A}"/>
              </a:ext>
            </a:extLst>
          </p:cNvPr>
          <p:cNvSpPr>
            <a:spLocks xmlns:a="http://schemas.openxmlformats.org/drawingml/2006/main" noGrp="1"/>
          </p:cNvSpPr>
          <p:nvPr/>
        </p:nvSpPr>
        <p:spPr>
          <a:xfrm xmlns:a="http://schemas.openxmlformats.org/drawingml/2006/main">
            <a:off x="666750" y="3895725"/>
            <a:ext cx="10858500" cy="9525"/>
          </a:xfrm>
          <a:prstGeom xmlns:a="http://schemas.openxmlformats.org/drawingml/2006/main" prst="rect">
            <a:avLst/>
          </a:prstGeom>
          <a:solidFill xmlns:a="http://schemas.openxmlformats.org/drawingml/2006/main">
            <a:srgbClr val="E0E5EA"/>
          </a:solidFill>
          <a:ln xmlns:a="http://schemas.openxmlformats.org/drawingml/2006/main" w="0">
            <a:noFill/>
            <a:prstDash val="solid"/>
          </a:ln>
        </p:spPr>
      </p:sp>
      <p:sp>
        <p:nvSpPr>
          <p:cNvPr id="17425" name="risk-2-issue">
            <a:extLst xmlns:a="http://schemas.openxmlformats.org/drawingml/2006/main">
              <a:ext uri="{FF2B5EF4-FFF2-40B4-BE49-F238E27FC236}">
                <a16:creationId xmlns:a16="http://schemas.microsoft.com/office/drawing/2014/main" id="{08A2C1D4-937B-4E62-B4AF-CF4D39BA0E16}"/>
              </a:ext>
            </a:extLst>
          </p:cNvPr>
          <p:cNvSpPr>
            <a:spLocks xmlns:a="http://schemas.openxmlformats.org/drawingml/2006/main" noGrp="1"/>
          </p:cNvSpPr>
          <p:nvPr/>
        </p:nvSpPr>
        <p:spPr>
          <a:xfrm xmlns:a="http://schemas.openxmlformats.org/drawingml/2006/main">
            <a:off x="666750" y="3943350"/>
            <a:ext cx="27146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b="1">
                <a:solidFill>
                  <a:srgbClr val="252525"/>
                </a:solidFill>
                <a:latin typeface="Arial"/>
                <a:ea typeface="Arial"/>
                <a:cs typeface="Arial"/>
              </a:defRPr>
            </a:pPr>
            <a:r>
              <a:rPr sz="1388" b="1">
                <a:solidFill>
                  <a:srgbClr val="252525"/>
                </a:solidFill>
                <a:latin typeface="Arial"/>
                <a:ea typeface="Arial"/>
                <a:cs typeface="Arial"/>
              </a:rPr>
              <a:t>PDF layouts can shift</a:t>
            </a:r>
          </a:p>
        </p:txBody>
      </p:sp>
      <p:sp>
        <p:nvSpPr>
          <p:cNvPr id="17426" name="risk-2-response">
            <a:extLst xmlns:a="http://schemas.openxmlformats.org/drawingml/2006/main">
              <a:ext uri="{FF2B5EF4-FFF2-40B4-BE49-F238E27FC236}">
                <a16:creationId xmlns:a16="http://schemas.microsoft.com/office/drawing/2014/main" id="{1E18D86E-C6D5-4400-BA05-DBDEC14DDD87}"/>
              </a:ext>
            </a:extLst>
          </p:cNvPr>
          <p:cNvSpPr>
            <a:spLocks xmlns:a="http://schemas.openxmlformats.org/drawingml/2006/main" noGrp="1"/>
          </p:cNvSpPr>
          <p:nvPr/>
        </p:nvSpPr>
        <p:spPr>
          <a:xfrm xmlns:a="http://schemas.openxmlformats.org/drawingml/2006/main">
            <a:off x="3543300" y="3943350"/>
            <a:ext cx="79819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a:solidFill>
                  <a:srgbClr val="252525"/>
                </a:solidFill>
                <a:latin typeface="Arial"/>
                <a:ea typeface="Arial"/>
                <a:cs typeface="Arial"/>
              </a:defRPr>
            </a:pPr>
            <a:r>
              <a:rPr sz="1388">
                <a:solidFill>
                  <a:srgbClr val="252525"/>
                </a:solidFill>
                <a:latin typeface="Arial"/>
                <a:ea typeface="Arial"/>
                <a:cs typeface="Arial"/>
              </a:rPr>
              <a:t>Add per-page schema and total checks; wire checker.py as a stop/go gate before export.</a:t>
            </a:r>
          </a:p>
        </p:txBody>
      </p:sp>
      <p:sp>
        <p:nvSpPr>
          <p:cNvPr id="17427" name="risk-divider-2">
            <a:extLst xmlns:a="http://schemas.openxmlformats.org/drawingml/2006/main">
              <a:ext uri="{FF2B5EF4-FFF2-40B4-BE49-F238E27FC236}">
                <a16:creationId xmlns:a16="http://schemas.microsoft.com/office/drawing/2014/main" id="{89BB68A6-BE41-4990-BE73-B047D4EB3E26}"/>
              </a:ext>
            </a:extLst>
          </p:cNvPr>
          <p:cNvSpPr>
            <a:spLocks xmlns:a="http://schemas.openxmlformats.org/drawingml/2006/main" noGrp="1"/>
          </p:cNvSpPr>
          <p:nvPr/>
        </p:nvSpPr>
        <p:spPr>
          <a:xfrm xmlns:a="http://schemas.openxmlformats.org/drawingml/2006/main">
            <a:off x="666750" y="4410075"/>
            <a:ext cx="10858500" cy="9525"/>
          </a:xfrm>
          <a:prstGeom xmlns:a="http://schemas.openxmlformats.org/drawingml/2006/main" prst="rect">
            <a:avLst/>
          </a:prstGeom>
          <a:solidFill xmlns:a="http://schemas.openxmlformats.org/drawingml/2006/main">
            <a:srgbClr val="E0E5EA"/>
          </a:solidFill>
          <a:ln xmlns:a="http://schemas.openxmlformats.org/drawingml/2006/main" w="0">
            <a:noFill/>
            <a:prstDash val="solid"/>
          </a:ln>
        </p:spPr>
      </p:sp>
      <p:sp>
        <p:nvSpPr>
          <p:cNvPr id="17428" name="risk-3-issue">
            <a:extLst xmlns:a="http://schemas.openxmlformats.org/drawingml/2006/main">
              <a:ext uri="{FF2B5EF4-FFF2-40B4-BE49-F238E27FC236}">
                <a16:creationId xmlns:a16="http://schemas.microsoft.com/office/drawing/2014/main" id="{B9E56599-A78E-47B9-B7E4-D1E4CCA39F62}"/>
              </a:ext>
            </a:extLst>
          </p:cNvPr>
          <p:cNvSpPr>
            <a:spLocks xmlns:a="http://schemas.openxmlformats.org/drawingml/2006/main" noGrp="1"/>
          </p:cNvSpPr>
          <p:nvPr/>
        </p:nvSpPr>
        <p:spPr>
          <a:xfrm xmlns:a="http://schemas.openxmlformats.org/drawingml/2006/main">
            <a:off x="666750" y="4457700"/>
            <a:ext cx="27146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b="1">
                <a:solidFill>
                  <a:srgbClr val="252525"/>
                </a:solidFill>
                <a:latin typeface="Arial"/>
                <a:ea typeface="Arial"/>
                <a:cs typeface="Arial"/>
              </a:defRPr>
            </a:pPr>
            <a:r>
              <a:rPr sz="1388" b="1">
                <a:solidFill>
                  <a:srgbClr val="252525"/>
                </a:solidFill>
                <a:latin typeface="Arial"/>
                <a:ea typeface="Arial"/>
                <a:cs typeface="Arial"/>
              </a:rPr>
              <a:t>Cost model is weak</a:t>
            </a:r>
          </a:p>
        </p:txBody>
      </p:sp>
      <p:sp>
        <p:nvSpPr>
          <p:cNvPr id="17429" name="risk-3-response">
            <a:extLst xmlns:a="http://schemas.openxmlformats.org/drawingml/2006/main">
              <a:ext uri="{FF2B5EF4-FFF2-40B4-BE49-F238E27FC236}">
                <a16:creationId xmlns:a16="http://schemas.microsoft.com/office/drawing/2014/main" id="{5315EFA7-1C1F-4E13-B6EA-E05D773B3BE9}"/>
              </a:ext>
            </a:extLst>
          </p:cNvPr>
          <p:cNvSpPr>
            <a:spLocks xmlns:a="http://schemas.openxmlformats.org/drawingml/2006/main" noGrp="1"/>
          </p:cNvSpPr>
          <p:nvPr/>
        </p:nvSpPr>
        <p:spPr>
          <a:xfrm xmlns:a="http://schemas.openxmlformats.org/drawingml/2006/main">
            <a:off x="3543300" y="4457700"/>
            <a:ext cx="79819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a:solidFill>
                  <a:srgbClr val="252525"/>
                </a:solidFill>
                <a:latin typeface="Arial"/>
                <a:ea typeface="Arial"/>
                <a:cs typeface="Arial"/>
              </a:defRPr>
            </a:pPr>
            <a:r>
              <a:rPr sz="1388">
                <a:solidFill>
                  <a:srgbClr val="252525"/>
                </a:solidFill>
                <a:latin typeface="Arial"/>
                <a:ea typeface="Arial"/>
                <a:cs typeface="Arial"/>
              </a:rPr>
              <a:t>Keep it out of decisions until it beats a baseline repeatedly and probabilities are calibrated.</a:t>
            </a:r>
          </a:p>
        </p:txBody>
      </p:sp>
      <p:sp>
        <p:nvSpPr>
          <p:cNvPr id="17430" name="risk-divider-3">
            <a:extLst xmlns:a="http://schemas.openxmlformats.org/drawingml/2006/main">
              <a:ext uri="{FF2B5EF4-FFF2-40B4-BE49-F238E27FC236}">
                <a16:creationId xmlns:a16="http://schemas.microsoft.com/office/drawing/2014/main" id="{82ABB0B0-60AC-4090-B981-B3E842C7CB3C}"/>
              </a:ext>
            </a:extLst>
          </p:cNvPr>
          <p:cNvSpPr>
            <a:spLocks xmlns:a="http://schemas.openxmlformats.org/drawingml/2006/main" noGrp="1"/>
          </p:cNvSpPr>
          <p:nvPr/>
        </p:nvSpPr>
        <p:spPr>
          <a:xfrm xmlns:a="http://schemas.openxmlformats.org/drawingml/2006/main">
            <a:off x="666750" y="4924425"/>
            <a:ext cx="10858500" cy="9525"/>
          </a:xfrm>
          <a:prstGeom xmlns:a="http://schemas.openxmlformats.org/drawingml/2006/main" prst="rect">
            <a:avLst/>
          </a:prstGeom>
          <a:solidFill xmlns:a="http://schemas.openxmlformats.org/drawingml/2006/main">
            <a:srgbClr val="E0E5EA"/>
          </a:solidFill>
          <a:ln xmlns:a="http://schemas.openxmlformats.org/drawingml/2006/main" w="0">
            <a:noFill/>
            <a:prstDash val="solid"/>
          </a:ln>
        </p:spPr>
      </p:sp>
      <p:sp>
        <p:nvSpPr>
          <p:cNvPr id="17431" name="risk-4-issue">
            <a:extLst xmlns:a="http://schemas.openxmlformats.org/drawingml/2006/main">
              <a:ext uri="{FF2B5EF4-FFF2-40B4-BE49-F238E27FC236}">
                <a16:creationId xmlns:a16="http://schemas.microsoft.com/office/drawing/2014/main" id="{9D37C9EB-5185-4CE1-BEFB-4E4BE6DB09D3}"/>
              </a:ext>
            </a:extLst>
          </p:cNvPr>
          <p:cNvSpPr>
            <a:spLocks xmlns:a="http://schemas.openxmlformats.org/drawingml/2006/main" noGrp="1"/>
          </p:cNvSpPr>
          <p:nvPr/>
        </p:nvSpPr>
        <p:spPr>
          <a:xfrm xmlns:a="http://schemas.openxmlformats.org/drawingml/2006/main">
            <a:off x="666750" y="4972050"/>
            <a:ext cx="27146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b="1">
                <a:solidFill>
                  <a:srgbClr val="252525"/>
                </a:solidFill>
                <a:latin typeface="Arial"/>
                <a:ea typeface="Arial"/>
                <a:cs typeface="Arial"/>
              </a:defRPr>
            </a:pPr>
            <a:r>
              <a:rPr sz="1388" b="1">
                <a:solidFill>
                  <a:srgbClr val="252525"/>
                </a:solidFill>
                <a:latin typeface="Arial"/>
                <a:ea typeface="Arial"/>
                <a:cs typeface="Arial"/>
              </a:rPr>
              <a:t>Warnings need context</a:t>
            </a:r>
          </a:p>
        </p:txBody>
      </p:sp>
      <p:sp>
        <p:nvSpPr>
          <p:cNvPr id="17432" name="risk-4-response">
            <a:extLst xmlns:a="http://schemas.openxmlformats.org/drawingml/2006/main">
              <a:ext uri="{FF2B5EF4-FFF2-40B4-BE49-F238E27FC236}">
                <a16:creationId xmlns:a16="http://schemas.microsoft.com/office/drawing/2014/main" id="{1C0B3164-4A64-4D1A-B6A2-D20803563B08}"/>
              </a:ext>
            </a:extLst>
          </p:cNvPr>
          <p:cNvSpPr>
            <a:spLocks xmlns:a="http://schemas.openxmlformats.org/drawingml/2006/main" noGrp="1"/>
          </p:cNvSpPr>
          <p:nvPr/>
        </p:nvSpPr>
        <p:spPr>
          <a:xfrm xmlns:a="http://schemas.openxmlformats.org/drawingml/2006/main">
            <a:off x="3543300" y="4972050"/>
            <a:ext cx="79819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a:solidFill>
                  <a:srgbClr val="252525"/>
                </a:solidFill>
                <a:latin typeface="Arial"/>
                <a:ea typeface="Arial"/>
                <a:cs typeface="Arial"/>
              </a:defRPr>
            </a:pPr>
            <a:r>
              <a:rPr sz="1388">
                <a:solidFill>
                  <a:srgbClr val="252525"/>
                </a:solidFill>
                <a:latin typeface="Arial"/>
                <a:ea typeface="Arial"/>
                <a:cs typeface="Arial"/>
              </a:rPr>
              <a:t>Show source month and field evidence; an analyst confirms or dismisses before follow-up.</a:t>
            </a:r>
          </a:p>
        </p:txBody>
      </p:sp>
      <p:sp>
        <p:nvSpPr>
          <p:cNvPr id="17433" name="pilot-measures">
            <a:extLst xmlns:a="http://schemas.openxmlformats.org/drawingml/2006/main">
              <a:ext uri="{FF2B5EF4-FFF2-40B4-BE49-F238E27FC236}">
                <a16:creationId xmlns:a16="http://schemas.microsoft.com/office/drawing/2014/main" id="{7B87C703-7E68-4AA7-A937-838978FA3872}"/>
              </a:ext>
            </a:extLst>
          </p:cNvPr>
          <p:cNvSpPr>
            <a:spLocks xmlns:a="http://schemas.openxmlformats.org/drawingml/2006/main" noGrp="1"/>
          </p:cNvSpPr>
          <p:nvPr/>
        </p:nvSpPr>
        <p:spPr>
          <a:xfrm xmlns:a="http://schemas.openxmlformats.org/drawingml/2006/main">
            <a:off x="666750" y="5572125"/>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b="1">
                <a:solidFill>
                  <a:srgbClr val="1F497D"/>
                </a:solidFill>
                <a:latin typeface="Arial"/>
                <a:ea typeface="Arial"/>
                <a:cs typeface="Arial"/>
              </a:defRPr>
            </a:pPr>
            <a:r>
              <a:rPr sz="1313" b="1">
                <a:solidFill>
                  <a:srgbClr val="1F497D"/>
                </a:solidFill>
                <a:latin typeface="Arial"/>
                <a:ea typeface="Arial"/>
                <a:cs typeface="Arial"/>
              </a:rPr>
              <a:t>Pilot acceptance: reconciliation coverage • top-K warning precision • lead time • reviewer effort</a:t>
            </a:r>
          </a:p>
        </p:txBody>
      </p:sp>
    </p:spTree>
    <p:extLst>
      <p:ext uri="{BB962C8B-B14F-4D97-AF65-F5344CB8AC3E}">
        <p14:creationId xmlns:p14="http://schemas.microsoft.com/office/powerpoint/2010/main" val="37533879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C80480B8-B547-43CF-A823-350D8FBCBE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pPr>
              <a:buNone/>
            </a:pPr>
            <a:r>
              <a:rPr sz="3600" b="1">
                <a:latin typeface="Times New Roman"/>
                <a:ea typeface="Times New Roman"/>
                <a:cs typeface="Times New Roman"/>
              </a:rPr>
              <a:t>IMPACT AND BENEFITS</a:t>
            </a:r>
          </a:p>
        </p:txBody>
      </p:sp>
      <p:sp>
        <p:nvSpPr>
          <p:cNvPr id="17410" name="TextBox 8">
            <a:extLst xmlns:a="http://schemas.openxmlformats.org/drawingml/2006/main">
              <a:ext uri="{FF2B5EF4-FFF2-40B4-BE49-F238E27FC236}">
                <a16:creationId xmlns:a16="http://schemas.microsoft.com/office/drawing/2014/main" id="{7A2B818F-E693-4905-9E59-19E1F55BAF72}"/>
              </a:ext>
            </a:extLst>
          </p:cNvPr>
          <p:cNvSpPr>
            <a:spLocks xmlns:a="http://schemas.openxmlformats.org/drawingml/2006/main" noGrp="1"/>
          </p:cNvSpPr>
          <p:nvPr/>
        </p:nvSpPr>
        <p:spPr>
          <a:xfrm xmlns:a="http://schemas.openxmlformats.org/drawingml/2006/main">
            <a:off x="609600" y="2533653"/>
            <a:ext cx="9385300" cy="51816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wrap="square">
            <a:spAutoFit/>
          </a:bodyPr>
          <a:lstStyle xmlns:a="http://schemas.openxmlformats.org/drawingml/2006/main"/>
          <a:p xmlns:a="http://schemas.openxmlformats.org/drawingml/2006/main">
            <a:pPr marL="342900" marR="0" lvl="0" indent="-342900" algn="just" defTabSz="457200">
              <a:lnSpc>
                <a:spcPct val="100000"/>
              </a:lnSpc>
              <a:spcBef>
                <a:spcPct val="0"/>
              </a:spcBef>
              <a:spcAft>
                <a:spcPct val="0"/>
              </a:spcAft>
              <a:buClrTx/>
              <a:buSzTx/>
              <a:buFont typeface="Arial"/>
              <a:buChar char="•"/>
            </a:pPr>
            <a:r>
              <a:rPr sz="2800" b="0" i="0" u="none" strike="noStrike" cap="none" spc="0" baseline="0">
                <a:ln>
                  <a:noFill/>
                </a:ln>
                <a:solidFill>
                  <a:prstClr val="black"/>
                </a:solidFill>
                <a:latin typeface="Arial"/>
                <a:ea typeface="Arial"/>
                <a:cs typeface="Arial"/>
              </a:rPr>
              <a:t/>
            </a:r>
          </a:p>
        </p:txBody>
      </p:sp>
      <p:sp>
        <p:nvSpPr>
          <p:cNvPr id="6" name="Slide Number Placeholder 5">
            <a:extLst xmlns:a="http://schemas.openxmlformats.org/drawingml/2006/main">
              <a:ext uri="{FF2B5EF4-FFF2-40B4-BE49-F238E27FC236}">
                <a16:creationId xmlns:a16="http://schemas.microsoft.com/office/drawing/2014/main" id="{78E43B4B-1A74-4CEB-AE8D-1F2852349F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pPr>
            <a:fld id="{677C3CE7-23F7-4828-823C-E0205DF2CF97}" type="slidenum">
              <a:rPr sz="1200" b="1" i="0" u="none" strike="noStrike" cap="none" spc="0" baseline="0">
                <a:ln>
                  <a:noFill/>
                </a:ln>
                <a:solidFill>
                  <a:prstClr val="white"/>
                </a:solidFill>
                <a:latin typeface="TradeGothic"/>
                <a:ea typeface="TradeGothic"/>
                <a:cs typeface="TradeGothic"/>
              </a:rPr>
              <a:t>5</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776A7534-5A07-4495-B990-AEFC2ADC49DA}"/>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r>
              <a:rPr sz="1200" b="0" i="0" u="none" strike="noStrike" cap="none" spc="0" baseline="0">
                <a:ln>
                  <a:noFill/>
                </a:ln>
                <a:solidFill>
                  <a:prstClr val="white"/>
                </a:solidFill>
                <a:latin typeface="TradeGothic"/>
                <a:ea typeface="TradeGothic"/>
                <a:cs typeface="TradeGothic"/>
              </a:rPr>
              <a:t>SIH 2026 • PS 26103</a:t>
            </a:r>
            <a:endParaRPr sz="1200" b="0" i="0" u="none" strike="noStrike" kern="1200" cap="none" spc="0" baseline="0">
              <a:ln>
                <a:noFill/>
              </a:ln>
              <a:solidFill>
                <a:prstClr val="white"/>
              </a:solidFill>
              <a:latin typeface="TradeGothic"/>
              <a:ea typeface="TradeGothic"/>
              <a:cs typeface="TradeGothic"/>
            </a:endParaRPr>
          </a:p>
        </p:txBody>
      </p:sp>
      <p:sp>
        <p:nvSpPr>
          <p:cNvPr id="12" name="Oval 11">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25185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a:solidFill>
                  <a:srgbClr val="000000"/>
                </a:solidFill>
                <a:latin typeface="Arial"/>
                <a:ea typeface="Arial"/>
                <a:cs typeface="Arial"/>
              </a:defRPr>
            </a:pPr>
            <a:r>
              <a:rPr sz="1125">
                <a:solidFill>
                  <a:srgbClr val="000000"/>
                </a:solidFill>
                <a:latin typeface="Arial"/>
                <a:ea typeface="Arial"/>
                <a:cs typeface="Arial"/>
              </a:rPr>
              <a:t>[TEAM]</a:t>
            </a:r>
            <a:endParaRPr/>
          </a:p>
        </p:txBody>
      </p:sp>
      <p:pic>
        <p:nvPicPr>
          <p:cNvPr id="17433" name="Picture 10"/>
          <p:cNvPicPr>
            <a:picLocks xmlns:a="http://schemas.openxmlformats.org/drawingml/2006/main" noChangeAspect="1"/>
          </p:cNvPicPr>
          <p:nvPr/>
        </p:nvPicPr>
        <p:blipFill>
          <a:blip xmlns:r="http://schemas.openxmlformats.org/officeDocument/2006/relationships" xmlns:a="http://schemas.openxmlformats.org/drawingml/2006/main" r:embed="R92bcfc1fe4254beb"/>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17412" name="impact-date-label">
            <a:extLst xmlns:a="http://schemas.openxmlformats.org/drawingml/2006/main">
              <a:ext uri="{FF2B5EF4-FFF2-40B4-BE49-F238E27FC236}">
                <a16:creationId xmlns:a16="http://schemas.microsoft.com/office/drawing/2014/main" id="{A4AA40A0-9C1A-4436-B163-58A6F0E9F37C}"/>
              </a:ext>
            </a:extLst>
          </p:cNvPr>
          <p:cNvSpPr>
            <a:spLocks xmlns:a="http://schemas.openxmlformats.org/drawingml/2006/main" noGrp="1"/>
          </p:cNvSpPr>
          <p:nvPr/>
        </p:nvSpPr>
        <p:spPr>
          <a:xfrm xmlns:a="http://schemas.openxmlformats.org/drawingml/2006/main">
            <a:off x="609600" y="132397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1F497D"/>
                </a:solidFill>
                <a:latin typeface="Arial"/>
                <a:ea typeface="Arial"/>
                <a:cs typeface="Arial"/>
              </a:defRPr>
            </a:pPr>
            <a:r>
              <a:rPr sz="1350" b="1">
                <a:solidFill>
                  <a:srgbClr val="1F497D"/>
                </a:solidFill>
                <a:latin typeface="Arial"/>
                <a:ea typeface="Arial"/>
                <a:cs typeface="Arial"/>
              </a:rPr>
              <a:t>OFFICIAL PAIMANA PORTFOLIO • APRIL 2026</a:t>
            </a:r>
          </a:p>
        </p:txBody>
      </p:sp>
      <p:sp>
        <p:nvSpPr>
          <p:cNvPr id="17413" name="impact-metric-1">
            <a:extLst xmlns:a="http://schemas.openxmlformats.org/drawingml/2006/main">
              <a:ext uri="{FF2B5EF4-FFF2-40B4-BE49-F238E27FC236}">
                <a16:creationId xmlns:a16="http://schemas.microsoft.com/office/drawing/2014/main" id="{4FA276A3-2A85-43A0-A18D-0DA6235F41E0}"/>
              </a:ext>
            </a:extLst>
          </p:cNvPr>
          <p:cNvSpPr>
            <a:spLocks xmlns:a="http://schemas.openxmlformats.org/drawingml/2006/main" noGrp="1"/>
          </p:cNvSpPr>
          <p:nvPr/>
        </p:nvSpPr>
        <p:spPr>
          <a:xfrm xmlns:a="http://schemas.openxmlformats.org/drawingml/2006/main">
            <a:off x="609600" y="1685925"/>
            <a:ext cx="3000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a:solidFill>
                  <a:srgbClr val="1F497D"/>
                </a:solidFill>
                <a:latin typeface="Arial"/>
                <a:ea typeface="Arial"/>
                <a:cs typeface="Arial"/>
              </a:defRPr>
            </a:pPr>
            <a:r>
              <a:rPr sz="2850" b="1">
                <a:solidFill>
                  <a:srgbClr val="1F497D"/>
                </a:solidFill>
                <a:latin typeface="Arial"/>
                <a:ea typeface="Arial"/>
                <a:cs typeface="Arial"/>
              </a:rPr>
              <a:t>1,981</a:t>
            </a:r>
          </a:p>
        </p:txBody>
      </p:sp>
      <p:sp>
        <p:nvSpPr>
          <p:cNvPr id="17414" name="impact-label-1">
            <a:extLst xmlns:a="http://schemas.openxmlformats.org/drawingml/2006/main">
              <a:ext uri="{FF2B5EF4-FFF2-40B4-BE49-F238E27FC236}">
                <a16:creationId xmlns:a16="http://schemas.microsoft.com/office/drawing/2014/main" id="{3698E7E0-C64B-4C85-A1ED-A2AAA1CCDA34}"/>
              </a:ext>
            </a:extLst>
          </p:cNvPr>
          <p:cNvSpPr>
            <a:spLocks xmlns:a="http://schemas.openxmlformats.org/drawingml/2006/main" noGrp="1"/>
          </p:cNvSpPr>
          <p:nvPr/>
        </p:nvSpPr>
        <p:spPr>
          <a:xfrm xmlns:a="http://schemas.openxmlformats.org/drawingml/2006/main">
            <a:off x="609600" y="2200275"/>
            <a:ext cx="3333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a:solidFill>
                  <a:srgbClr val="202020"/>
                </a:solidFill>
                <a:latin typeface="Arial"/>
                <a:ea typeface="Arial"/>
                <a:cs typeface="Arial"/>
              </a:defRPr>
            </a:pPr>
            <a:r>
              <a:rPr sz="1350">
                <a:solidFill>
                  <a:srgbClr val="202020"/>
                </a:solidFill>
                <a:latin typeface="Arial"/>
                <a:ea typeface="Arial"/>
                <a:cs typeface="Arial"/>
              </a:rPr>
              <a:t>projects • 17 ministries / departments</a:t>
            </a:r>
          </a:p>
        </p:txBody>
      </p:sp>
      <p:sp>
        <p:nvSpPr>
          <p:cNvPr id="17415" name="impact-metric-2">
            <a:extLst xmlns:a="http://schemas.openxmlformats.org/drawingml/2006/main">
              <a:ext uri="{FF2B5EF4-FFF2-40B4-BE49-F238E27FC236}">
                <a16:creationId xmlns:a16="http://schemas.microsoft.com/office/drawing/2014/main" id="{A0515DEB-0527-4153-BF44-94DB8623A5AB}"/>
              </a:ext>
            </a:extLst>
          </p:cNvPr>
          <p:cNvSpPr>
            <a:spLocks xmlns:a="http://schemas.openxmlformats.org/drawingml/2006/main" noGrp="1"/>
          </p:cNvSpPr>
          <p:nvPr/>
        </p:nvSpPr>
        <p:spPr>
          <a:xfrm xmlns:a="http://schemas.openxmlformats.org/drawingml/2006/main">
            <a:off x="4191000" y="1685925"/>
            <a:ext cx="3381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F497D"/>
                </a:solidFill>
                <a:latin typeface="Arial"/>
                <a:ea typeface="Arial"/>
                <a:cs typeface="Arial"/>
              </a:defRPr>
            </a:pPr>
            <a:r>
              <a:rPr sz="2550" b="1">
                <a:solidFill>
                  <a:srgbClr val="1F497D"/>
                </a:solidFill>
                <a:latin typeface="Arial"/>
                <a:ea typeface="Arial"/>
                <a:cs typeface="Arial"/>
              </a:rPr>
              <a:t>₹42.78 lakh cr</a:t>
            </a:r>
          </a:p>
        </p:txBody>
      </p:sp>
      <p:sp>
        <p:nvSpPr>
          <p:cNvPr id="17416" name="impact-label-2">
            <a:extLst xmlns:a="http://schemas.openxmlformats.org/drawingml/2006/main">
              <a:ext uri="{FF2B5EF4-FFF2-40B4-BE49-F238E27FC236}">
                <a16:creationId xmlns:a16="http://schemas.microsoft.com/office/drawing/2014/main" id="{54195B39-C1F4-4135-978C-0C614FC97788}"/>
              </a:ext>
            </a:extLst>
          </p:cNvPr>
          <p:cNvSpPr>
            <a:spLocks xmlns:a="http://schemas.openxmlformats.org/drawingml/2006/main" noGrp="1"/>
          </p:cNvSpPr>
          <p:nvPr/>
        </p:nvSpPr>
        <p:spPr>
          <a:xfrm xmlns:a="http://schemas.openxmlformats.org/drawingml/2006/main">
            <a:off x="4191000" y="2200275"/>
            <a:ext cx="3381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a:solidFill>
                  <a:srgbClr val="202020"/>
                </a:solidFill>
                <a:latin typeface="Arial"/>
                <a:ea typeface="Arial"/>
                <a:cs typeface="Arial"/>
              </a:defRPr>
            </a:pPr>
            <a:r>
              <a:rPr sz="1350">
                <a:solidFill>
                  <a:srgbClr val="202020"/>
                </a:solidFill>
                <a:latin typeface="Arial"/>
                <a:ea typeface="Arial"/>
                <a:cs typeface="Arial"/>
              </a:rPr>
              <a:t>revised project cost</a:t>
            </a:r>
          </a:p>
        </p:txBody>
      </p:sp>
      <p:sp>
        <p:nvSpPr>
          <p:cNvPr id="17417" name="impact-metric-3">
            <a:extLst xmlns:a="http://schemas.openxmlformats.org/drawingml/2006/main">
              <a:ext uri="{FF2B5EF4-FFF2-40B4-BE49-F238E27FC236}">
                <a16:creationId xmlns:a16="http://schemas.microsoft.com/office/drawing/2014/main" id="{A93F3B0B-B9B4-4161-BE5C-541EFBA4E8E9}"/>
              </a:ext>
            </a:extLst>
          </p:cNvPr>
          <p:cNvSpPr>
            <a:spLocks xmlns:a="http://schemas.openxmlformats.org/drawingml/2006/main" noGrp="1"/>
          </p:cNvSpPr>
          <p:nvPr/>
        </p:nvSpPr>
        <p:spPr>
          <a:xfrm xmlns:a="http://schemas.openxmlformats.org/drawingml/2006/main">
            <a:off x="7953375" y="1685925"/>
            <a:ext cx="3524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F497D"/>
                </a:solidFill>
                <a:latin typeface="Arial"/>
                <a:ea typeface="Arial"/>
                <a:cs typeface="Arial"/>
              </a:defRPr>
            </a:pPr>
            <a:r>
              <a:rPr sz="2550" b="1">
                <a:solidFill>
                  <a:srgbClr val="1F497D"/>
                </a:solidFill>
                <a:latin typeface="Arial"/>
                <a:ea typeface="Arial"/>
                <a:cs typeface="Arial"/>
              </a:rPr>
              <a:t>₹20.36 lakh cr</a:t>
            </a:r>
          </a:p>
        </p:txBody>
      </p:sp>
      <p:sp>
        <p:nvSpPr>
          <p:cNvPr id="17418" name="impact-label-3">
            <a:extLst xmlns:a="http://schemas.openxmlformats.org/drawingml/2006/main">
              <a:ext uri="{FF2B5EF4-FFF2-40B4-BE49-F238E27FC236}">
                <a16:creationId xmlns:a16="http://schemas.microsoft.com/office/drawing/2014/main" id="{8E086F61-5B93-4930-A799-FEFC228B1EED}"/>
              </a:ext>
            </a:extLst>
          </p:cNvPr>
          <p:cNvSpPr>
            <a:spLocks xmlns:a="http://schemas.openxmlformats.org/drawingml/2006/main" noGrp="1"/>
          </p:cNvSpPr>
          <p:nvPr/>
        </p:nvSpPr>
        <p:spPr>
          <a:xfrm xmlns:a="http://schemas.openxmlformats.org/drawingml/2006/main">
            <a:off x="7953375" y="2200275"/>
            <a:ext cx="3524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a:solidFill>
                  <a:srgbClr val="202020"/>
                </a:solidFill>
                <a:latin typeface="Arial"/>
                <a:ea typeface="Arial"/>
                <a:cs typeface="Arial"/>
              </a:defRPr>
            </a:pPr>
            <a:r>
              <a:rPr sz="1350">
                <a:solidFill>
                  <a:srgbClr val="202020"/>
                </a:solidFill>
                <a:latin typeface="Arial"/>
                <a:ea typeface="Arial"/>
                <a:cs typeface="Arial"/>
              </a:rPr>
              <a:t>spent • 47.59% of revised cost</a:t>
            </a:r>
          </a:p>
        </p:txBody>
      </p:sp>
      <p:sp>
        <p:nvSpPr>
          <p:cNvPr id="17419" name="impact-divider">
            <a:extLst xmlns:a="http://schemas.openxmlformats.org/drawingml/2006/main">
              <a:ext uri="{FF2B5EF4-FFF2-40B4-BE49-F238E27FC236}">
                <a16:creationId xmlns:a16="http://schemas.microsoft.com/office/drawing/2014/main" id="{AA7E403D-AC0D-4EED-83A3-005B6290C416}"/>
              </a:ext>
            </a:extLst>
          </p:cNvPr>
          <p:cNvSpPr>
            <a:spLocks xmlns:a="http://schemas.openxmlformats.org/drawingml/2006/main" noGrp="1"/>
          </p:cNvSpPr>
          <p:nvPr/>
        </p:nvSpPr>
        <p:spPr>
          <a:xfrm xmlns:a="http://schemas.openxmlformats.org/drawingml/2006/main">
            <a:off x="609600" y="2667000"/>
            <a:ext cx="10972800" cy="14288"/>
          </a:xfrm>
          <a:prstGeom xmlns:a="http://schemas.openxmlformats.org/drawingml/2006/main" prst="rect">
            <a:avLst/>
          </a:prstGeom>
          <a:solidFill xmlns:a="http://schemas.openxmlformats.org/drawingml/2006/main">
            <a:srgbClr val="9AB2C7"/>
          </a:solidFill>
          <a:ln xmlns:a="http://schemas.openxmlformats.org/drawingml/2006/main" w="0">
            <a:noFill/>
            <a:prstDash val="solid"/>
          </a:ln>
        </p:spPr>
      </p:sp>
      <p:sp>
        <p:nvSpPr>
          <p:cNvPr id="17420" name="impact-current-heading">
            <a:extLst xmlns:a="http://schemas.openxmlformats.org/drawingml/2006/main">
              <a:ext uri="{FF2B5EF4-FFF2-40B4-BE49-F238E27FC236}">
                <a16:creationId xmlns:a16="http://schemas.microsoft.com/office/drawing/2014/main" id="{05ED0763-1B57-4754-A8AD-573BED2705A8}"/>
              </a:ext>
            </a:extLst>
          </p:cNvPr>
          <p:cNvSpPr>
            <a:spLocks xmlns:a="http://schemas.openxmlformats.org/drawingml/2006/main" noGrp="1"/>
          </p:cNvSpPr>
          <p:nvPr/>
        </p:nvSpPr>
        <p:spPr>
          <a:xfrm xmlns:a="http://schemas.openxmlformats.org/drawingml/2006/main">
            <a:off x="609600" y="28384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F497D"/>
                </a:solidFill>
                <a:latin typeface="Arial"/>
                <a:ea typeface="Arial"/>
                <a:cs typeface="Arial"/>
              </a:defRPr>
            </a:pPr>
            <a:r>
              <a:rPr sz="1500" b="1">
                <a:solidFill>
                  <a:srgbClr val="1F497D"/>
                </a:solidFill>
                <a:latin typeface="Arial"/>
                <a:ea typeface="Arial"/>
                <a:cs typeface="Arial"/>
              </a:rPr>
              <a:t>WHAT CHANGES FOR REVIEWERS</a:t>
            </a:r>
          </a:p>
        </p:txBody>
      </p:sp>
      <p:sp>
        <p:nvSpPr>
          <p:cNvPr id="17421" name="impact-current">
            <a:extLst xmlns:a="http://schemas.openxmlformats.org/drawingml/2006/main">
              <a:ext uri="{FF2B5EF4-FFF2-40B4-BE49-F238E27FC236}">
                <a16:creationId xmlns:a16="http://schemas.microsoft.com/office/drawing/2014/main" id="{02E8389E-31B0-4B45-9A16-2EE9EB71C9F8}"/>
              </a:ext>
            </a:extLst>
          </p:cNvPr>
          <p:cNvSpPr>
            <a:spLocks xmlns:a="http://schemas.openxmlformats.org/drawingml/2006/main" noGrp="1"/>
          </p:cNvSpPr>
          <p:nvPr/>
        </p:nvSpPr>
        <p:spPr>
          <a:xfrm xmlns:a="http://schemas.openxmlformats.org/drawingml/2006/main">
            <a:off x="609600" y="3209925"/>
            <a:ext cx="51911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a:solidFill>
                  <a:srgbClr val="202020"/>
                </a:solidFill>
                <a:latin typeface="Arial"/>
                <a:ea typeface="Arial"/>
                <a:cs typeface="Arial"/>
              </a:defRPr>
            </a:pPr>
            <a:r>
              <a:rPr sz="1500">
                <a:solidFill>
                  <a:srgbClr val="202020"/>
                </a:solidFill>
                <a:latin typeface="Arial"/>
                <a:ea typeface="Arial"/>
                <a:cs typeface="Arial"/>
              </a:rPr>
              <a:t>TODAY • The prototype turns the July 2026 snapshot (1,775 projects) into a searchable, filterable directory with a transparent rule score and project details.</a:t>
            </a:r>
          </a:p>
        </p:txBody>
      </p:sp>
      <p:sp>
        <p:nvSpPr>
          <p:cNvPr id="17422" name="impact-intended">
            <a:extLst xmlns:a="http://schemas.openxmlformats.org/drawingml/2006/main">
              <a:ext uri="{FF2B5EF4-FFF2-40B4-BE49-F238E27FC236}">
                <a16:creationId xmlns:a16="http://schemas.microsoft.com/office/drawing/2014/main" id="{35D90200-59F6-4661-9A81-E32E9DE1FAEA}"/>
              </a:ext>
            </a:extLst>
          </p:cNvPr>
          <p:cNvSpPr>
            <a:spLocks xmlns:a="http://schemas.openxmlformats.org/drawingml/2006/main" noGrp="1"/>
          </p:cNvSpPr>
          <p:nvPr/>
        </p:nvSpPr>
        <p:spPr>
          <a:xfrm xmlns:a="http://schemas.openxmlformats.org/drawingml/2006/main">
            <a:off x="6381750" y="3209925"/>
            <a:ext cx="51911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a:solidFill>
                  <a:srgbClr val="202020"/>
                </a:solidFill>
                <a:latin typeface="Arial"/>
                <a:ea typeface="Arial"/>
                <a:cs typeface="Arial"/>
              </a:defRPr>
            </a:pPr>
            <a:r>
              <a:rPr sz="1500">
                <a:solidFill>
                  <a:srgbClr val="202020"/>
                </a:solidFill>
                <a:latin typeface="Arial"/>
                <a:ea typeface="Arial"/>
                <a:cs typeface="Arial"/>
              </a:rPr>
              <a:t>INTENDED • Surface candidates for earlier review and show why. Time saved, earlier detection and fewer delays have not been measured.</a:t>
            </a:r>
          </a:p>
        </p:txBody>
      </p:sp>
      <p:sp>
        <p:nvSpPr>
          <p:cNvPr id="17423" name="impact-analogy-label">
            <a:extLst xmlns:a="http://schemas.openxmlformats.org/drawingml/2006/main">
              <a:ext uri="{FF2B5EF4-FFF2-40B4-BE49-F238E27FC236}">
                <a16:creationId xmlns:a16="http://schemas.microsoft.com/office/drawing/2014/main" id="{B30FF685-5FF6-4E6F-8D68-821415FDADC0}"/>
              </a:ext>
            </a:extLst>
          </p:cNvPr>
          <p:cNvSpPr>
            <a:spLocks xmlns:a="http://schemas.openxmlformats.org/drawingml/2006/main" noGrp="1"/>
          </p:cNvSpPr>
          <p:nvPr/>
        </p:nvSpPr>
        <p:spPr>
          <a:xfrm xmlns:a="http://schemas.openxmlformats.org/drawingml/2006/main">
            <a:off x="609600" y="4295775"/>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1F497D"/>
                </a:solidFill>
                <a:latin typeface="Arial"/>
                <a:ea typeface="Arial"/>
                <a:cs typeface="Arial"/>
              </a:defRPr>
            </a:pPr>
            <a:r>
              <a:rPr sz="1350" b="1">
                <a:solidFill>
                  <a:srgbClr val="1F497D"/>
                </a:solidFill>
                <a:latin typeface="Arial"/>
                <a:ea typeface="Arial"/>
                <a:cs typeface="Arial"/>
              </a:rPr>
              <a:t>ANALOGY</a:t>
            </a:r>
          </a:p>
        </p:txBody>
      </p:sp>
      <p:sp>
        <p:nvSpPr>
          <p:cNvPr id="17424" name="impact-analogy">
            <a:extLst xmlns:a="http://schemas.openxmlformats.org/drawingml/2006/main">
              <a:ext uri="{FF2B5EF4-FFF2-40B4-BE49-F238E27FC236}">
                <a16:creationId xmlns:a16="http://schemas.microsoft.com/office/drawing/2014/main" id="{351098A5-23D3-42E3-AE55-61918AF257EB}"/>
              </a:ext>
            </a:extLst>
          </p:cNvPr>
          <p:cNvSpPr>
            <a:spLocks xmlns:a="http://schemas.openxmlformats.org/drawingml/2006/main" noGrp="1"/>
          </p:cNvSpPr>
          <p:nvPr/>
        </p:nvSpPr>
        <p:spPr>
          <a:xfrm xmlns:a="http://schemas.openxmlformats.org/drawingml/2006/main">
            <a:off x="609600" y="4591050"/>
            <a:ext cx="109728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252525"/>
                </a:solidFill>
                <a:latin typeface="Arial"/>
                <a:ea typeface="Arial"/>
                <a:cs typeface="Arial"/>
              </a:defRPr>
            </a:pPr>
            <a:r>
              <a:rPr sz="1725" b="1">
                <a:solidFill>
                  <a:srgbClr val="252525"/>
                </a:solidFill>
                <a:latin typeface="Arial"/>
                <a:ea typeface="Arial"/>
                <a:cs typeface="Arial"/>
              </a:rPr>
              <a:t>Like an inspection triage board: it points to the project and its evidence; the authorized official decides what to inspect next.</a:t>
            </a:r>
          </a:p>
        </p:txBody>
      </p:sp>
      <p:sp>
        <p:nvSpPr>
          <p:cNvPr id="17425" name="impact-potential">
            <a:extLst xmlns:a="http://schemas.openxmlformats.org/drawingml/2006/main">
              <a:ext uri="{FF2B5EF4-FFF2-40B4-BE49-F238E27FC236}">
                <a16:creationId xmlns:a16="http://schemas.microsoft.com/office/drawing/2014/main" id="{50DF04EA-59F7-45A6-B7C9-35DF432C410F}"/>
              </a:ext>
            </a:extLst>
          </p:cNvPr>
          <p:cNvSpPr>
            <a:spLocks xmlns:a="http://schemas.openxmlformats.org/drawingml/2006/main" noGrp="1"/>
          </p:cNvSpPr>
          <p:nvPr/>
        </p:nvSpPr>
        <p:spPr>
          <a:xfrm xmlns:a="http://schemas.openxmlformats.org/drawingml/2006/main">
            <a:off x="609600" y="53530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88" b="1">
                <a:solidFill>
                  <a:srgbClr val="1F497D"/>
                </a:solidFill>
                <a:latin typeface="Arial"/>
                <a:ea typeface="Arial"/>
                <a:cs typeface="Arial"/>
              </a:defRPr>
            </a:pPr>
            <a:r>
              <a:rPr sz="1388" b="1">
                <a:solidFill>
                  <a:srgbClr val="1F497D"/>
                </a:solidFill>
                <a:latin typeface="Arial"/>
                <a:ea typeface="Arial"/>
                <a:cs typeface="Arial"/>
              </a:rPr>
              <a:t>Potential value: prioritized follow-up • traceable reasoning • open-source reuse</a:t>
            </a:r>
          </a:p>
        </p:txBody>
      </p:sp>
      <p:sp>
        <p:nvSpPr>
          <p:cNvPr id="17426" name="impact-caveat">
            <a:extLst xmlns:a="http://schemas.openxmlformats.org/drawingml/2006/main">
              <a:ext uri="{FF2B5EF4-FFF2-40B4-BE49-F238E27FC236}">
                <a16:creationId xmlns:a16="http://schemas.microsoft.com/office/drawing/2014/main" id="{EEEE1B70-510A-4369-8E8C-5DB45F0ECD1B}"/>
              </a:ext>
            </a:extLst>
          </p:cNvPr>
          <p:cNvSpPr>
            <a:spLocks xmlns:a="http://schemas.openxmlformats.org/drawingml/2006/main" noGrp="1"/>
          </p:cNvSpPr>
          <p:nvPr/>
        </p:nvSpPr>
        <p:spPr>
          <a:xfrm xmlns:a="http://schemas.openxmlformats.org/drawingml/2006/main">
            <a:off x="609600" y="569595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38">
                <a:solidFill>
                  <a:srgbClr val="555555"/>
                </a:solidFill>
                <a:latin typeface="Arial"/>
                <a:ea typeface="Arial"/>
                <a:cs typeface="Arial"/>
              </a:defRPr>
            </a:pPr>
            <a:r>
              <a:rPr sz="1238">
                <a:solidFill>
                  <a:srgbClr val="555555"/>
                </a:solidFill>
                <a:latin typeface="Arial"/>
                <a:ea typeface="Arial"/>
                <a:cs typeface="Arial"/>
              </a:rPr>
              <a:t>No savings, delay reduction or avoided environmental impact has been measured.</a:t>
            </a:r>
          </a:p>
        </p:txBody>
      </p:sp>
    </p:spTree>
    <p:extLst>
      <p:ext uri="{BB962C8B-B14F-4D97-AF65-F5344CB8AC3E}">
        <p14:creationId xmlns:p14="http://schemas.microsoft.com/office/powerpoint/2010/main" val="29971441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5FA6A683-A030-4751-AF33-35CF66C862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pPr>
              <a:buNone/>
            </a:pPr>
            <a:r>
              <a:rPr sz="3600" b="1">
                <a:latin typeface="Times New Roman"/>
                <a:ea typeface="Times New Roman"/>
                <a:cs typeface="Times New Roman"/>
              </a:rPr>
              <a:t>RESEARCH  AND REFERENCES</a:t>
            </a:r>
          </a:p>
        </p:txBody>
      </p:sp>
      <p:sp>
        <p:nvSpPr>
          <p:cNvPr id="17410" name="TextBox 8">
            <a:extLst xmlns:a="http://schemas.openxmlformats.org/drawingml/2006/main">
              <a:ext uri="{FF2B5EF4-FFF2-40B4-BE49-F238E27FC236}">
                <a16:creationId xmlns:a16="http://schemas.microsoft.com/office/drawing/2014/main" id="{A278B1F6-0AE7-40EA-8527-66751C14B14E}"/>
              </a:ext>
            </a:extLst>
          </p:cNvPr>
          <p:cNvSpPr>
            <a:spLocks xmlns:a="http://schemas.openxmlformats.org/drawingml/2006/main" noGrp="1"/>
          </p:cNvSpPr>
          <p:nvPr/>
        </p:nvSpPr>
        <p:spPr>
          <a:xfrm xmlns:a="http://schemas.openxmlformats.org/drawingml/2006/main">
            <a:off x="609600" y="2795263"/>
            <a:ext cx="9385300" cy="51816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wrap="square">
            <a:spAutoFit/>
          </a:bodyPr>
          <a:lstStyle xmlns:a="http://schemas.openxmlformats.org/drawingml/2006/main"/>
          <a:p xmlns:a="http://schemas.openxmlformats.org/drawingml/2006/main">
            <a:pPr marL="342900" marR="0" lvl="0" indent="-342900" algn="just" defTabSz="457200">
              <a:lnSpc>
                <a:spcPct val="100000"/>
              </a:lnSpc>
              <a:spcBef>
                <a:spcPct val="0"/>
              </a:spcBef>
              <a:spcAft>
                <a:spcPct val="0"/>
              </a:spcAft>
              <a:buClrTx/>
              <a:buSzTx/>
              <a:buFont typeface="Arial"/>
              <a:buChar char="•"/>
            </a:pPr>
            <a:r>
              <a:rPr sz="2800">
                <a:solidFill>
                  <a:prstClr val="black"/>
                </a:solidFill>
                <a:latin typeface="Arial"/>
                <a:ea typeface="Arial"/>
                <a:cs typeface="Arial"/>
              </a:rPr>
              <a:t/>
            </a:r>
            <a:endParaRPr sz="2800" b="0" i="0" u="none" strike="noStrike" kern="1200" cap="none" spc="0" baseline="0">
              <a:ln>
                <a:noFill/>
              </a:ln>
              <a:solidFill>
                <a:prstClr val="black"/>
              </a:solidFill>
              <a:latin typeface="Arial"/>
              <a:ea typeface="Arial"/>
              <a:cs typeface="Arial"/>
            </a:endParaRPr>
          </a:p>
        </p:txBody>
      </p:sp>
      <p:sp>
        <p:nvSpPr>
          <p:cNvPr id="6" name="Slide Number Placeholder 5">
            <a:extLst xmlns:a="http://schemas.openxmlformats.org/drawingml/2006/main">
              <a:ext uri="{FF2B5EF4-FFF2-40B4-BE49-F238E27FC236}">
                <a16:creationId xmlns:a16="http://schemas.microsoft.com/office/drawing/2014/main" id="{B1B3189F-B577-4B4A-A5EA-3121E32CE9C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pPr>
            <a:fld id="{677C3CE7-23F7-4828-823C-E0205DF2CF97}" type="slidenum">
              <a:rPr sz="1200" b="1" i="0" u="none" strike="noStrike" cap="none" spc="0" baseline="0">
                <a:ln>
                  <a:noFill/>
                </a:ln>
                <a:solidFill>
                  <a:prstClr val="white"/>
                </a:solidFill>
                <a:latin typeface="TradeGothic"/>
                <a:ea typeface="TradeGothic"/>
                <a:cs typeface="TradeGothic"/>
              </a:rPr>
              <a:t>6</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B0058763-7B0F-492B-B0B3-44EDDA9BC354}"/>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r>
              <a:rPr sz="1200" b="0" i="0" u="none" strike="noStrike" cap="none" spc="0" baseline="0">
                <a:ln>
                  <a:noFill/>
                </a:ln>
                <a:solidFill>
                  <a:prstClr val="white"/>
                </a:solidFill>
                <a:latin typeface="TradeGothic"/>
                <a:ea typeface="TradeGothic"/>
                <a:cs typeface="TradeGothic"/>
              </a:rPr>
              <a:t>SIH 2026 • PS 26103</a:t>
            </a:r>
            <a:endParaRPr sz="1200" b="0" i="0" u="none" strike="noStrike" kern="1200" cap="none" spc="0" baseline="0">
              <a:ln>
                <a:noFill/>
              </a:ln>
              <a:solidFill>
                <a:prstClr val="white"/>
              </a:solidFill>
              <a:latin typeface="TradeGothic"/>
              <a:ea typeface="TradeGothic"/>
              <a:cs typeface="TradeGothic"/>
            </a:endParaRPr>
          </a:p>
        </p:txBody>
      </p:sp>
      <p:sp>
        <p:nvSpPr>
          <p:cNvPr id="9" name="Oval 8">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25185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a:solidFill>
                  <a:srgbClr val="000000"/>
                </a:solidFill>
                <a:latin typeface="Arial"/>
                <a:ea typeface="Arial"/>
                <a:cs typeface="Arial"/>
              </a:defRPr>
            </a:pPr>
            <a:r>
              <a:rPr sz="1125">
                <a:solidFill>
                  <a:srgbClr val="000000"/>
                </a:solidFill>
                <a:latin typeface="Arial"/>
                <a:ea typeface="Arial"/>
                <a:cs typeface="Arial"/>
              </a:rPr>
              <a:t>[TEAM]</a:t>
            </a:r>
            <a:endParaRPr/>
          </a:p>
        </p:txBody>
      </p:sp>
      <p:pic>
        <p:nvPicPr>
          <p:cNvPr id="17431" name="Picture 11"/>
          <p:cNvPicPr>
            <a:picLocks xmlns:a="http://schemas.openxmlformats.org/drawingml/2006/main" noChangeAspect="1"/>
          </p:cNvPicPr>
          <p:nvPr/>
        </p:nvPicPr>
        <p:blipFill>
          <a:blip xmlns:r="http://schemas.openxmlformats.org/officeDocument/2006/relationships" xmlns:a="http://schemas.openxmlformats.org/drawingml/2006/main" r:embed="Rc25aafa6370342a7"/>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17412" name="references-intro">
            <a:extLst xmlns:a="http://schemas.openxmlformats.org/drawingml/2006/main">
              <a:ext uri="{FF2B5EF4-FFF2-40B4-BE49-F238E27FC236}">
                <a16:creationId xmlns:a16="http://schemas.microsoft.com/office/drawing/2014/main" id="{425CFE9C-167D-48A2-978F-C7BCAE660BE7}"/>
              </a:ext>
            </a:extLst>
          </p:cNvPr>
          <p:cNvSpPr>
            <a:spLocks xmlns:a="http://schemas.openxmlformats.org/drawingml/2006/main" noGrp="1"/>
          </p:cNvSpPr>
          <p:nvPr/>
        </p:nvSpPr>
        <p:spPr>
          <a:xfrm xmlns:a="http://schemas.openxmlformats.org/drawingml/2006/main">
            <a:off x="609600" y="1343025"/>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1F497D"/>
                </a:solidFill>
                <a:latin typeface="Arial"/>
                <a:ea typeface="Arial"/>
                <a:cs typeface="Arial"/>
              </a:defRPr>
            </a:pPr>
            <a:r>
              <a:rPr sz="1650" b="1">
                <a:solidFill>
                  <a:srgbClr val="1F497D"/>
                </a:solidFill>
                <a:latin typeface="Arial"/>
                <a:ea typeface="Arial"/>
                <a:cs typeface="Arial"/>
              </a:rPr>
              <a:t>Evidence used in this proposal</a:t>
            </a:r>
          </a:p>
        </p:txBody>
      </p:sp>
      <p:sp>
        <p:nvSpPr>
          <p:cNvPr id="17413" name="reference-1-title">
            <a:extLst xmlns:a="http://schemas.openxmlformats.org/drawingml/2006/main">
              <a:ext uri="{FF2B5EF4-FFF2-40B4-BE49-F238E27FC236}">
                <a16:creationId xmlns:a16="http://schemas.microsoft.com/office/drawing/2014/main" id="{B0E1CCB8-F722-4BD3-AF99-A2533BECEF26}"/>
              </a:ext>
            </a:extLst>
          </p:cNvPr>
          <p:cNvSpPr>
            <a:spLocks xmlns:a="http://schemas.openxmlformats.org/drawingml/2006/main" noGrp="1"/>
          </p:cNvSpPr>
          <p:nvPr/>
        </p:nvSpPr>
        <p:spPr>
          <a:xfrm xmlns:a="http://schemas.openxmlformats.org/drawingml/2006/main">
            <a:off x="609600" y="1781175"/>
            <a:ext cx="10972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b="1">
                <a:solidFill>
                  <a:srgbClr val="1F497D"/>
                </a:solidFill>
                <a:latin typeface="Arial"/>
                <a:ea typeface="Arial"/>
                <a:cs typeface="Arial"/>
              </a:defRPr>
            </a:pPr>
            <a:r>
              <a:rPr sz="1463" b="1" u="sng">
                <a:solidFill>
                  <a:srgbClr val="1F497D"/>
                </a:solidFill>
                <a:latin typeface="Arial"/>
                <a:ea typeface="Arial"/>
                <a:cs typeface="Arial"/>
                <a:hlinkClick xmlns:r="http://schemas.openxmlformats.org/officeDocument/2006/relationships" r:id="R98959422da584f67"/>
              </a:rPr>
              <a:t>MoSPI • PAIMANA Flash Report • April 2026</a:t>
            </a:r>
          </a:p>
        </p:txBody>
      </p:sp>
      <p:sp>
        <p:nvSpPr>
          <p:cNvPr id="17414" name="reference-1-detail">
            <a:extLst xmlns:a="http://schemas.openxmlformats.org/drawingml/2006/main">
              <a:ext uri="{FF2B5EF4-FFF2-40B4-BE49-F238E27FC236}">
                <a16:creationId xmlns:a16="http://schemas.microsoft.com/office/drawing/2014/main" id="{2AFC972A-E6DC-4986-918B-2EA477E6D59F}"/>
              </a:ext>
            </a:extLst>
          </p:cNvPr>
          <p:cNvSpPr>
            <a:spLocks xmlns:a="http://schemas.openxmlformats.org/drawingml/2006/main" noGrp="1"/>
          </p:cNvSpPr>
          <p:nvPr/>
        </p:nvSpPr>
        <p:spPr>
          <a:xfrm xmlns:a="http://schemas.openxmlformats.org/drawingml/2006/main">
            <a:off x="838200" y="2057400"/>
            <a:ext cx="107442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a:solidFill>
                  <a:srgbClr val="303030"/>
                </a:solidFill>
                <a:latin typeface="Arial"/>
                <a:ea typeface="Arial"/>
                <a:cs typeface="Arial"/>
              </a:defRPr>
            </a:pPr>
            <a:r>
              <a:rPr sz="1313">
                <a:solidFill>
                  <a:srgbClr val="303030"/>
                </a:solidFill>
                <a:latin typeface="Arial"/>
                <a:ea typeface="Arial"/>
                <a:cs typeface="Arial"/>
              </a:rPr>
              <a:t>Pages 1–3 and Table 6: 1,981 projects; ₹37.13 lakh crore original cost; ₹42.78 lakh crore revised cost; ₹20.36 lakh crore expenditure.</a:t>
            </a:r>
          </a:p>
        </p:txBody>
      </p:sp>
      <p:sp>
        <p:nvSpPr>
          <p:cNvPr id="17415" name="reference-1-divider">
            <a:extLst xmlns:a="http://schemas.openxmlformats.org/drawingml/2006/main">
              <a:ext uri="{FF2B5EF4-FFF2-40B4-BE49-F238E27FC236}">
                <a16:creationId xmlns:a16="http://schemas.microsoft.com/office/drawing/2014/main" id="{04504C69-307F-470B-B3ED-B159BCDB4239}"/>
              </a:ext>
            </a:extLst>
          </p:cNvPr>
          <p:cNvSpPr>
            <a:spLocks xmlns:a="http://schemas.openxmlformats.org/drawingml/2006/main" noGrp="1"/>
          </p:cNvSpPr>
          <p:nvPr/>
        </p:nvSpPr>
        <p:spPr>
          <a:xfrm xmlns:a="http://schemas.openxmlformats.org/drawingml/2006/main">
            <a:off x="609600" y="2466975"/>
            <a:ext cx="10972800" cy="9525"/>
          </a:xfrm>
          <a:prstGeom xmlns:a="http://schemas.openxmlformats.org/drawingml/2006/main" prst="rect">
            <a:avLst/>
          </a:prstGeom>
          <a:solidFill xmlns:a="http://schemas.openxmlformats.org/drawingml/2006/main">
            <a:srgbClr val="D9E0E6"/>
          </a:solidFill>
          <a:ln xmlns:a="http://schemas.openxmlformats.org/drawingml/2006/main" w="0">
            <a:noFill/>
            <a:prstDash val="solid"/>
          </a:ln>
        </p:spPr>
      </p:sp>
      <p:sp>
        <p:nvSpPr>
          <p:cNvPr id="17416" name="reference-2-title">
            <a:extLst xmlns:a="http://schemas.openxmlformats.org/drawingml/2006/main">
              <a:ext uri="{FF2B5EF4-FFF2-40B4-BE49-F238E27FC236}">
                <a16:creationId xmlns:a16="http://schemas.microsoft.com/office/drawing/2014/main" id="{381C84E8-40D6-425F-B6F9-837F9D5A91F0}"/>
              </a:ext>
            </a:extLst>
          </p:cNvPr>
          <p:cNvSpPr>
            <a:spLocks xmlns:a="http://schemas.openxmlformats.org/drawingml/2006/main" noGrp="1"/>
          </p:cNvSpPr>
          <p:nvPr/>
        </p:nvSpPr>
        <p:spPr>
          <a:xfrm xmlns:a="http://schemas.openxmlformats.org/drawingml/2006/main">
            <a:off x="609600" y="2619375"/>
            <a:ext cx="10972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b="1">
                <a:solidFill>
                  <a:srgbClr val="1F497D"/>
                </a:solidFill>
                <a:latin typeface="Arial"/>
                <a:ea typeface="Arial"/>
                <a:cs typeface="Arial"/>
              </a:defRPr>
            </a:pPr>
            <a:r>
              <a:rPr sz="1463" b="1" u="sng">
                <a:solidFill>
                  <a:srgbClr val="1F497D"/>
                </a:solidFill>
                <a:latin typeface="Arial"/>
                <a:ea typeface="Arial"/>
                <a:cs typeface="Arial"/>
                <a:hlinkClick xmlns:r="http://schemas.openxmlformats.org/officeDocument/2006/relationships" r:id="R5acdee25293f41a6"/>
              </a:rPr>
              <a:t>MoSPI • PAIMANA project-monitoring portal</a:t>
            </a:r>
          </a:p>
        </p:txBody>
      </p:sp>
      <p:sp>
        <p:nvSpPr>
          <p:cNvPr id="17417" name="reference-2-detail">
            <a:extLst xmlns:a="http://schemas.openxmlformats.org/drawingml/2006/main">
              <a:ext uri="{FF2B5EF4-FFF2-40B4-BE49-F238E27FC236}">
                <a16:creationId xmlns:a16="http://schemas.microsoft.com/office/drawing/2014/main" id="{A16766B8-1650-4421-8B0A-8BE04404BEF3}"/>
              </a:ext>
            </a:extLst>
          </p:cNvPr>
          <p:cNvSpPr>
            <a:spLocks xmlns:a="http://schemas.openxmlformats.org/drawingml/2006/main" noGrp="1"/>
          </p:cNvSpPr>
          <p:nvPr/>
        </p:nvSpPr>
        <p:spPr>
          <a:xfrm xmlns:a="http://schemas.openxmlformats.org/drawingml/2006/main">
            <a:off x="838200" y="2895600"/>
            <a:ext cx="107442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a:solidFill>
                  <a:srgbClr val="303030"/>
                </a:solidFill>
                <a:latin typeface="Arial"/>
                <a:ea typeface="Arial"/>
                <a:cs typeface="Arial"/>
              </a:defRPr>
            </a:pPr>
            <a:r>
              <a:rPr sz="1313">
                <a:solidFill>
                  <a:srgbClr val="303030"/>
                </a:solidFill>
                <a:latin typeface="Arial"/>
                <a:ea typeface="Arial"/>
                <a:cs typeface="Arial"/>
              </a:rPr>
              <a:t>Official report page and public project dashboard used to understand report fields and the monthly reporting context.</a:t>
            </a:r>
          </a:p>
        </p:txBody>
      </p:sp>
      <p:sp>
        <p:nvSpPr>
          <p:cNvPr id="17418" name="reference-2-divider">
            <a:extLst xmlns:a="http://schemas.openxmlformats.org/drawingml/2006/main">
              <a:ext uri="{FF2B5EF4-FFF2-40B4-BE49-F238E27FC236}">
                <a16:creationId xmlns:a16="http://schemas.microsoft.com/office/drawing/2014/main" id="{00268ED0-7A46-4D74-AC86-21EC2F5F8DC5}"/>
              </a:ext>
            </a:extLst>
          </p:cNvPr>
          <p:cNvSpPr>
            <a:spLocks xmlns:a="http://schemas.openxmlformats.org/drawingml/2006/main" noGrp="1"/>
          </p:cNvSpPr>
          <p:nvPr/>
        </p:nvSpPr>
        <p:spPr>
          <a:xfrm xmlns:a="http://schemas.openxmlformats.org/drawingml/2006/main">
            <a:off x="609600" y="3305175"/>
            <a:ext cx="10972800" cy="9525"/>
          </a:xfrm>
          <a:prstGeom xmlns:a="http://schemas.openxmlformats.org/drawingml/2006/main" prst="rect">
            <a:avLst/>
          </a:prstGeom>
          <a:solidFill xmlns:a="http://schemas.openxmlformats.org/drawingml/2006/main">
            <a:srgbClr val="D9E0E6"/>
          </a:solidFill>
          <a:ln xmlns:a="http://schemas.openxmlformats.org/drawingml/2006/main" w="0">
            <a:noFill/>
            <a:prstDash val="solid"/>
          </a:ln>
        </p:spPr>
      </p:sp>
      <p:sp>
        <p:nvSpPr>
          <p:cNvPr id="17419" name="reference-3-title">
            <a:extLst xmlns:a="http://schemas.openxmlformats.org/drawingml/2006/main">
              <a:ext uri="{FF2B5EF4-FFF2-40B4-BE49-F238E27FC236}">
                <a16:creationId xmlns:a16="http://schemas.microsoft.com/office/drawing/2014/main" id="{3C18CDB5-FEFA-4B25-9435-729CBA78CF20}"/>
              </a:ext>
            </a:extLst>
          </p:cNvPr>
          <p:cNvSpPr>
            <a:spLocks xmlns:a="http://schemas.openxmlformats.org/drawingml/2006/main" noGrp="1"/>
          </p:cNvSpPr>
          <p:nvPr/>
        </p:nvSpPr>
        <p:spPr>
          <a:xfrm xmlns:a="http://schemas.openxmlformats.org/drawingml/2006/main">
            <a:off x="609600" y="3457575"/>
            <a:ext cx="10972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b="1">
                <a:solidFill>
                  <a:srgbClr val="1F497D"/>
                </a:solidFill>
                <a:latin typeface="Arial"/>
                <a:ea typeface="Arial"/>
                <a:cs typeface="Arial"/>
              </a:defRPr>
            </a:pPr>
            <a:r>
              <a:rPr sz="1463" b="1">
                <a:solidFill>
                  <a:srgbClr val="1F497D"/>
                </a:solidFill>
                <a:latin typeface="Arial"/>
                <a:ea typeface="Arial"/>
                <a:cs typeface="Arial"/>
              </a:rPr>
              <a:t>SIH 2026 • Problem Statement 26103 • MoSPI / DIID</a:t>
            </a:r>
          </a:p>
        </p:txBody>
      </p:sp>
      <p:sp>
        <p:nvSpPr>
          <p:cNvPr id="17420" name="reference-3-detail">
            <a:extLst xmlns:a="http://schemas.openxmlformats.org/drawingml/2006/main">
              <a:ext uri="{FF2B5EF4-FFF2-40B4-BE49-F238E27FC236}">
                <a16:creationId xmlns:a16="http://schemas.microsoft.com/office/drawing/2014/main" id="{1A5331A5-7698-47A1-8643-77EAB8FC5711}"/>
              </a:ext>
            </a:extLst>
          </p:cNvPr>
          <p:cNvSpPr>
            <a:spLocks xmlns:a="http://schemas.openxmlformats.org/drawingml/2006/main" noGrp="1"/>
          </p:cNvSpPr>
          <p:nvPr/>
        </p:nvSpPr>
        <p:spPr>
          <a:xfrm xmlns:a="http://schemas.openxmlformats.org/drawingml/2006/main">
            <a:off x="838200" y="3733800"/>
            <a:ext cx="107442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a:solidFill>
                  <a:srgbClr val="303030"/>
                </a:solidFill>
                <a:latin typeface="Arial"/>
                <a:ea typeface="Arial"/>
                <a:cs typeface="Arial"/>
              </a:defRPr>
            </a:pPr>
            <a:r>
              <a:rPr sz="1313">
                <a:solidFill>
                  <a:srgbClr val="303030"/>
                </a:solidFill>
                <a:latin typeface="Arial"/>
                <a:ea typeface="Arial"/>
                <a:cs typeface="Arial"/>
              </a:rPr>
              <a:t>Official challenge scope supplied by the team: predictive analytics, model comparison, CUF-field assessment and decision support.</a:t>
            </a:r>
          </a:p>
        </p:txBody>
      </p:sp>
      <p:sp>
        <p:nvSpPr>
          <p:cNvPr id="17421" name="reference-3-divider">
            <a:extLst xmlns:a="http://schemas.openxmlformats.org/drawingml/2006/main">
              <a:ext uri="{FF2B5EF4-FFF2-40B4-BE49-F238E27FC236}">
                <a16:creationId xmlns:a16="http://schemas.microsoft.com/office/drawing/2014/main" id="{04279C88-CE4F-4213-88D5-1F8C55E4073D}"/>
              </a:ext>
            </a:extLst>
          </p:cNvPr>
          <p:cNvSpPr>
            <a:spLocks xmlns:a="http://schemas.openxmlformats.org/drawingml/2006/main" noGrp="1"/>
          </p:cNvSpPr>
          <p:nvPr/>
        </p:nvSpPr>
        <p:spPr>
          <a:xfrm xmlns:a="http://schemas.openxmlformats.org/drawingml/2006/main">
            <a:off x="609600" y="4143375"/>
            <a:ext cx="10972800" cy="9525"/>
          </a:xfrm>
          <a:prstGeom xmlns:a="http://schemas.openxmlformats.org/drawingml/2006/main" prst="rect">
            <a:avLst/>
          </a:prstGeom>
          <a:solidFill xmlns:a="http://schemas.openxmlformats.org/drawingml/2006/main">
            <a:srgbClr val="D9E0E6"/>
          </a:solidFill>
          <a:ln xmlns:a="http://schemas.openxmlformats.org/drawingml/2006/main" w="0">
            <a:noFill/>
            <a:prstDash val="solid"/>
          </a:ln>
        </p:spPr>
      </p:sp>
      <p:sp>
        <p:nvSpPr>
          <p:cNvPr id="17422" name="reference-4-title">
            <a:extLst xmlns:a="http://schemas.openxmlformats.org/drawingml/2006/main">
              <a:ext uri="{FF2B5EF4-FFF2-40B4-BE49-F238E27FC236}">
                <a16:creationId xmlns:a16="http://schemas.microsoft.com/office/drawing/2014/main" id="{A9D50382-3B58-4134-9F04-D1673F0E9772}"/>
              </a:ext>
            </a:extLst>
          </p:cNvPr>
          <p:cNvSpPr>
            <a:spLocks xmlns:a="http://schemas.openxmlformats.org/drawingml/2006/main" noGrp="1"/>
          </p:cNvSpPr>
          <p:nvPr/>
        </p:nvSpPr>
        <p:spPr>
          <a:xfrm xmlns:a="http://schemas.openxmlformats.org/drawingml/2006/main">
            <a:off x="609600" y="4295775"/>
            <a:ext cx="10972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63" b="1">
                <a:solidFill>
                  <a:srgbClr val="1F497D"/>
                </a:solidFill>
                <a:latin typeface="Arial"/>
                <a:ea typeface="Arial"/>
                <a:cs typeface="Arial"/>
              </a:defRPr>
            </a:pPr>
            <a:r>
              <a:rPr sz="1463" b="1" u="sng">
                <a:solidFill>
                  <a:srgbClr val="1F497D"/>
                </a:solidFill>
                <a:latin typeface="Arial"/>
                <a:ea typeface="Arial"/>
                <a:cs typeface="Arial"/>
                <a:hlinkClick xmlns:r="http://schemas.openxmlformats.org/officeDocument/2006/relationships" r:id="Rcd39006b35d941da"/>
              </a:rPr>
              <a:t>PARAKH prototype • project source and evaluation artifacts</a:t>
            </a:r>
          </a:p>
        </p:txBody>
      </p:sp>
      <p:sp>
        <p:nvSpPr>
          <p:cNvPr id="17423" name="reference-4-detail">
            <a:extLst xmlns:a="http://schemas.openxmlformats.org/drawingml/2006/main">
              <a:ext uri="{FF2B5EF4-FFF2-40B4-BE49-F238E27FC236}">
                <a16:creationId xmlns:a16="http://schemas.microsoft.com/office/drawing/2014/main" id="{783F0542-DF46-44A4-A011-38E452E3C123}"/>
              </a:ext>
            </a:extLst>
          </p:cNvPr>
          <p:cNvSpPr>
            <a:spLocks xmlns:a="http://schemas.openxmlformats.org/drawingml/2006/main" noGrp="1"/>
          </p:cNvSpPr>
          <p:nvPr/>
        </p:nvSpPr>
        <p:spPr>
          <a:xfrm xmlns:a="http://schemas.openxmlformats.org/drawingml/2006/main">
            <a:off x="838200" y="4572000"/>
            <a:ext cx="107442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13">
                <a:solidFill>
                  <a:srgbClr val="303030"/>
                </a:solidFill>
                <a:latin typeface="Arial"/>
                <a:ea typeface="Arial"/>
                <a:cs typeface="Arial"/>
              </a:defRPr>
            </a:pPr>
            <a:r>
              <a:rPr sz="1313">
                <a:solidFill>
                  <a:srgbClr val="303030"/>
                </a:solidFill>
                <a:latin typeface="Arial"/>
                <a:ea typeface="Arial"/>
                <a:cs typeface="Arial"/>
              </a:rPr>
              <a:t>Four monthly source PDFs (April–July 2026); src/checker.py; src/model_train.py; data/processed/model_metrics.json.</a:t>
            </a:r>
          </a:p>
        </p:txBody>
      </p:sp>
      <p:sp>
        <p:nvSpPr>
          <p:cNvPr id="17424" name="references-caveat">
            <a:extLst xmlns:a="http://schemas.openxmlformats.org/drawingml/2006/main">
              <a:ext uri="{FF2B5EF4-FFF2-40B4-BE49-F238E27FC236}">
                <a16:creationId xmlns:a16="http://schemas.microsoft.com/office/drawing/2014/main" id="{9DD34A93-E8F2-469E-964C-2697F25D261F}"/>
              </a:ext>
            </a:extLst>
          </p:cNvPr>
          <p:cNvSpPr>
            <a:spLocks xmlns:a="http://schemas.openxmlformats.org/drawingml/2006/main" noGrp="1"/>
          </p:cNvSpPr>
          <p:nvPr/>
        </p:nvSpPr>
        <p:spPr>
          <a:xfrm xmlns:a="http://schemas.openxmlformats.org/drawingml/2006/main">
            <a:off x="609600" y="5286375"/>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a:solidFill>
                  <a:srgbClr val="555555"/>
                </a:solidFill>
                <a:latin typeface="Arial"/>
                <a:ea typeface="Arial"/>
                <a:cs typeface="Arial"/>
              </a:defRPr>
            </a:pPr>
            <a:r>
              <a:rPr sz="1275">
                <a:solidFill>
                  <a:srgbClr val="555555"/>
                </a:solidFill>
                <a:latin typeface="Arial"/>
                <a:ea typeface="Arial"/>
                <a:cs typeface="Arial"/>
              </a:rPr>
              <a:t>The prototype uses four report months only. The current code repository link is configured from the team's Git remote; confirm public access before submission.</a:t>
            </a:r>
          </a:p>
        </p:txBody>
      </p:sp>
    </p:spTree>
    <p:extLst>
      <p:ext uri="{BB962C8B-B14F-4D97-AF65-F5344CB8AC3E}">
        <p14:creationId xmlns:p14="http://schemas.microsoft.com/office/powerpoint/2010/main" val="39167886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2026-09-28T18:33:30.9030000Z</dcterms:created>
  <dcterms:modified xsi:type="dcterms:W3CDTF">2026-09-28T18:33:30.9030000Z</dcterms:modified>
</coreProperties>
</file>